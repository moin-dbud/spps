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9144000" cy="6858000" type="screen4x3"/>
  <p:notesSz cx="7315200" cy="96012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106" d="100"/>
          <a:sy n="106" d="100"/>
        </p:scale>
        <p:origin x="-1680"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14" name="Date Placeholder 29"/>
          <p:cNvSpPr>
            <a:spLocks noGrp="1"/>
          </p:cNvSpPr>
          <p:nvPr>
            <p:ph type="dt" sz="half" idx="2"/>
          </p:nvPr>
        </p:nvSpPr>
        <p:spPr>
          <a:xfrm>
            <a:off x="457200" y="6356350"/>
            <a:ext cx="2133600" cy="365125"/>
          </a:xfrm>
          <a:prstGeom prst="rect">
            <a:avLst/>
          </a:prstGeom>
        </p:spPr>
        <p:txBody>
          <a:bodyPr vert="horz" lIns="0" tIns="0" rIns="0" bIns="0" anchor="b"/>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2">
                  <a:shade val="90000"/>
                </a:schemeClr>
              </a:solidFill>
              <a:effectLst/>
              <a:uLnTx/>
              <a:uFillTx/>
              <a:latin typeface="Arial" panose="020B0604020202020204" pitchFamily="34" charset="0"/>
              <a:ea typeface="+mn-ea"/>
              <a:cs typeface="Arial" panose="020B0604020202020204" pitchFamily="34" charset="0"/>
            </a:endParaRPr>
          </a:p>
        </p:txBody>
      </p:sp>
      <p:sp>
        <p:nvSpPr>
          <p:cNvPr id="15" name="Footer Placeholder 18"/>
          <p:cNvSpPr>
            <a:spLocks noGrp="1"/>
          </p:cNvSpPr>
          <p:nvPr>
            <p:ph type="ftr" sz="quarter" idx="3"/>
          </p:nvPr>
        </p:nvSpPr>
        <p:spPr>
          <a:xfrm>
            <a:off x="2667000" y="6356350"/>
            <a:ext cx="3352800" cy="365125"/>
          </a:xfrm>
          <a:prstGeom prst="rect">
            <a:avLst/>
          </a:prstGeom>
        </p:spPr>
        <p:txBody>
          <a:bodyPr vert="horz" lIns="0" tIns="0" rIns="0" bIns="0" anchor="b"/>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2">
                  <a:shade val="90000"/>
                </a:schemeClr>
              </a:solidFill>
              <a:effectLst/>
              <a:uLnTx/>
              <a:uFillTx/>
              <a:latin typeface="Arial" panose="020B0604020202020204" pitchFamily="34" charset="0"/>
              <a:ea typeface="+mn-ea"/>
              <a:cs typeface="Arial" panose="020B0604020202020204" pitchFamily="34" charset="0"/>
            </a:endParaRPr>
          </a:p>
        </p:txBody>
      </p:sp>
      <p:sp>
        <p:nvSpPr>
          <p:cNvPr id="16" name="Slide Number Placeholder 26"/>
          <p:cNvSpPr>
            <a:spLocks noGrp="1"/>
          </p:cNvSpPr>
          <p:nvPr>
            <p:ph type="sldNum" sz="quarter" idx="4"/>
          </p:nvPr>
        </p:nvSpPr>
        <p:spPr>
          <a:xfrm>
            <a:off x="7924800" y="6356350"/>
            <a:ext cx="762000" cy="365125"/>
          </a:xfrm>
          <a:prstGeom prst="rect">
            <a:avLst/>
          </a:prstGeom>
        </p:spPr>
        <p:txBody>
          <a:bodyPr vert="horz" lIns="0" tIns="0" rIns="0" bIns="0" anchor="b"/>
          <a:lstStyle/>
          <a:p>
            <a:pPr algn="r">
              <a:buNone/>
            </a:pPr>
            <a:fld id="{9A0DB2DC-4C9A-4742-B13C-FB6460FD3503}" type="slidenum">
              <a:rPr lang="zh-CN" altLang="en-US" dirty="0">
                <a:solidFill>
                  <a:srgbClr val="E1E2C7"/>
                </a:solidFill>
                <a:ea typeface="SimSun" panose="02010600030101010101" pitchFamily="2" charset="-122"/>
              </a:rPr>
              <a:t>‹#›</a:t>
            </a:fld>
            <a:endParaRPr lang="zh-CN" altLang="en-US" dirty="0">
              <a:solidFill>
                <a:srgbClr val="E1E2C7"/>
              </a:solidFill>
              <a:ea typeface="SimSun" panose="02010600030101010101" pitchFamily="2" charset="-122"/>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2">
                  <a:shade val="90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2">
                  <a:shade val="90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4" name="Date Placeholder 3"/>
          <p:cNvSpPr>
            <a:spLocks noGrp="1"/>
          </p:cNvSpPr>
          <p:nvPr>
            <p:ph type="dt" sz="half" idx="2"/>
          </p:nvPr>
        </p:nvSpPr>
        <p:spPr>
          <a:xfrm>
            <a:off x="457200" y="6356350"/>
            <a:ext cx="2133600" cy="365125"/>
          </a:xfrm>
          <a:prstGeom prst="rect">
            <a:avLst/>
          </a:prstGeom>
        </p:spPr>
        <p:txBody>
          <a:bodyPr vert="horz" lIns="0" tIns="0" rIns="0" bIns="0" anchor="b"/>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2">
                  <a:shade val="90000"/>
                </a:schemeClr>
              </a:solidFill>
              <a:effectLst/>
              <a:uLnTx/>
              <a:uFillTx/>
              <a:latin typeface="Arial" panose="020B0604020202020204" pitchFamily="34" charset="0"/>
              <a:ea typeface="+mn-ea"/>
              <a:cs typeface="Arial" panose="020B0604020202020204" pitchFamily="34" charset="0"/>
            </a:endParaRPr>
          </a:p>
        </p:txBody>
      </p:sp>
      <p:sp>
        <p:nvSpPr>
          <p:cNvPr id="15" name="Footer Placeholder 4"/>
          <p:cNvSpPr>
            <a:spLocks noGrp="1"/>
          </p:cNvSpPr>
          <p:nvPr>
            <p:ph type="ftr" sz="quarter" idx="3"/>
          </p:nvPr>
        </p:nvSpPr>
        <p:spPr>
          <a:xfrm>
            <a:off x="2667000" y="6356350"/>
            <a:ext cx="3352800" cy="365125"/>
          </a:xfrm>
          <a:prstGeom prst="rect">
            <a:avLst/>
          </a:prstGeom>
        </p:spPr>
        <p:txBody>
          <a:bodyPr vert="horz" lIns="0" tIns="0" rIns="0" bIns="0" anchor="b"/>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2">
                  <a:shade val="90000"/>
                </a:schemeClr>
              </a:solidFill>
              <a:effectLst/>
              <a:uLnTx/>
              <a:uFillTx/>
              <a:latin typeface="Arial" panose="020B0604020202020204" pitchFamily="34" charset="0"/>
              <a:ea typeface="+mn-ea"/>
              <a:cs typeface="Arial" panose="020B0604020202020204" pitchFamily="34" charset="0"/>
            </a:endParaRPr>
          </a:p>
        </p:txBody>
      </p:sp>
      <p:sp>
        <p:nvSpPr>
          <p:cNvPr id="16" name="Slide Number Placeholder 5"/>
          <p:cNvSpPr>
            <a:spLocks noGrp="1"/>
          </p:cNvSpPr>
          <p:nvPr>
            <p:ph type="sldNum" sz="quarter" idx="4"/>
          </p:nvPr>
        </p:nvSpPr>
        <p:spPr>
          <a:xfrm>
            <a:off x="7924800" y="6356350"/>
            <a:ext cx="762000" cy="365125"/>
          </a:xfrm>
          <a:prstGeom prst="rect">
            <a:avLst/>
          </a:prstGeom>
        </p:spPr>
        <p:txBody>
          <a:bodyPr vert="horz" lIns="0" tIns="0" rIns="0" bIns="0" anchor="b"/>
          <a:lstStyle/>
          <a:p>
            <a:pPr algn="r">
              <a:buNone/>
            </a:pPr>
            <a:fld id="{9A0DB2DC-4C9A-4742-B13C-FB6460FD3503}" type="slidenum">
              <a:rPr lang="zh-CN" altLang="en-US" dirty="0">
                <a:solidFill>
                  <a:srgbClr val="E1E2C7"/>
                </a:solidFill>
                <a:ea typeface="SimSun" panose="02010600030101010101" pitchFamily="2" charset="-122"/>
              </a:rPr>
              <a:t>‹#›</a:t>
            </a:fld>
            <a:endParaRPr lang="zh-CN" altLang="en-US" dirty="0">
              <a:solidFill>
                <a:srgbClr val="E1E2C7"/>
              </a:solidFill>
              <a:ea typeface="SimSun" panose="02010600030101010101" pitchFamily="2" charset="-122"/>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2">
                  <a:shade val="90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2">
                  <a:shade val="90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2">
                  <a:shade val="90000"/>
                </a:schemeClr>
              </a:solidFill>
              <a:effectLst/>
              <a:uLnTx/>
              <a:uFillTx/>
              <a:latin typeface="Arial" panose="020B0604020202020204" pitchFamily="34" charset="0"/>
              <a:ea typeface="+mn-ea"/>
              <a:cs typeface="Arial" panose="020B0604020202020204" pitchFamily="34" charset="0"/>
            </a:endParaRPr>
          </a:p>
        </p:txBody>
      </p:sp>
      <p:sp>
        <p:nvSpPr>
          <p:cNvPr id="8" name="Footer Placeholder 7"/>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2">
                  <a:shade val="90000"/>
                </a:schemeClr>
              </a:solidFill>
              <a:effectLst/>
              <a:uLnTx/>
              <a:uFillTx/>
              <a:latin typeface="Arial" panose="020B0604020202020204" pitchFamily="34" charset="0"/>
              <a:ea typeface="+mn-ea"/>
              <a:cs typeface="Arial" panose="020B0604020202020204" pitchFamily="34" charset="0"/>
            </a:endParaRPr>
          </a:p>
        </p:txBody>
      </p:sp>
      <p:sp>
        <p:nvSpPr>
          <p:cNvPr id="9" name="Slide Number Placeholder 8"/>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2">
                  <a:shade val="90000"/>
                </a:schemeClr>
              </a:solidFill>
              <a:effectLst/>
              <a:uLnTx/>
              <a:uFillTx/>
              <a:latin typeface="Arial" panose="020B0604020202020204" pitchFamily="34" charset="0"/>
              <a:ea typeface="+mn-ea"/>
              <a:cs typeface="Arial" panose="020B0604020202020204" pitchFamily="34" charset="0"/>
            </a:endParaRPr>
          </a:p>
        </p:txBody>
      </p:sp>
      <p:sp>
        <p:nvSpPr>
          <p:cNvPr id="4" name="Footer Placeholder 3"/>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2">
                  <a:shade val="90000"/>
                </a:schemeClr>
              </a:solidFill>
              <a:effectLst/>
              <a:uLnTx/>
              <a:uFillTx/>
              <a:latin typeface="Arial" panose="020B0604020202020204" pitchFamily="34" charset="0"/>
              <a:ea typeface="+mn-ea"/>
              <a:cs typeface="Arial" panose="020B0604020202020204" pitchFamily="34" charset="0"/>
            </a:endParaRPr>
          </a:p>
        </p:txBody>
      </p:sp>
      <p:sp>
        <p:nvSpPr>
          <p:cNvPr id="5" name="Slide Number Placeholder 4"/>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2">
                  <a:shade val="90000"/>
                </a:schemeClr>
              </a:solidFill>
              <a:effectLst/>
              <a:uLnTx/>
              <a:uFillTx/>
              <a:latin typeface="Arial" panose="020B0604020202020204" pitchFamily="34" charset="0"/>
              <a:ea typeface="+mn-ea"/>
              <a:cs typeface="Arial" panose="020B0604020202020204" pitchFamily="34" charset="0"/>
            </a:endParaRPr>
          </a:p>
        </p:txBody>
      </p:sp>
      <p:sp>
        <p:nvSpPr>
          <p:cNvPr id="3" name="Footer Placeholder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2">
                  <a:shade val="90000"/>
                </a:schemeClr>
              </a:solidFill>
              <a:effectLst/>
              <a:uLnTx/>
              <a:uFillTx/>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2">
                  <a:shade val="90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2">
                  <a:shade val="90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Snip and Round Single Corner Rectangle 13"/>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Right Triangle 14"/>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6" name="Freeform 15"/>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17" name="Freeform 16"/>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vert="horz">
            <a:normAutofit/>
          </a:bodyPr>
          <a:lstStyle>
            <a:lvl1pPr marL="0" indent="0">
              <a:buNone/>
              <a:defRPr sz="3200"/>
            </a:lvl1pPr>
          </a:lstStyle>
          <a:p>
            <a:pPr marL="0" marR="0" lvl="0" indent="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None/>
              <a:defRPr/>
            </a:pPr>
            <a:r>
              <a:rPr kumimoji="0" lang="en-US" sz="3200" b="0" i="0" u="none" strike="noStrike" kern="1200" cap="none" spc="0" normalizeH="0" baseline="0" noProof="0" smtClean="0">
                <a:ln>
                  <a:noFill/>
                </a:ln>
                <a:solidFill>
                  <a:schemeClr val="tx1"/>
                </a:solidFill>
                <a:effectLst/>
                <a:uLnTx/>
                <a:uFillTx/>
                <a:latin typeface="+mn-lt"/>
                <a:ea typeface="+mn-ea"/>
                <a:cs typeface="+mn-cs"/>
              </a:rPr>
              <a:t>Click icon to add picture</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19" name="Date Placeholder 4"/>
          <p:cNvSpPr>
            <a:spLocks noGrp="1"/>
          </p:cNvSpPr>
          <p:nvPr>
            <p:ph type="dt" sz="half" idx="12"/>
          </p:nvPr>
        </p:nvSpPr>
        <p:spPr>
          <a:xfrm>
            <a:off x="457200" y="6356350"/>
            <a:ext cx="2133600" cy="365125"/>
          </a:xfrm>
          <a:prstGeom prst="rect">
            <a:avLst/>
          </a:prstGeom>
        </p:spPr>
        <p:txBody>
          <a:bodyPr vert="horz" lIns="0" tIns="0" rIns="0" bIns="0" anchor="b"/>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2">
                  <a:shade val="90000"/>
                </a:schemeClr>
              </a:solidFill>
              <a:effectLst/>
              <a:uLnTx/>
              <a:uFillTx/>
              <a:latin typeface="Arial" panose="020B0604020202020204" pitchFamily="34" charset="0"/>
              <a:ea typeface="+mn-ea"/>
              <a:cs typeface="Arial" panose="020B0604020202020204" pitchFamily="34" charset="0"/>
            </a:endParaRPr>
          </a:p>
        </p:txBody>
      </p:sp>
      <p:sp>
        <p:nvSpPr>
          <p:cNvPr id="20" name="Footer Placeholder 5"/>
          <p:cNvSpPr>
            <a:spLocks noGrp="1"/>
          </p:cNvSpPr>
          <p:nvPr>
            <p:ph type="ftr" sz="quarter" idx="3"/>
          </p:nvPr>
        </p:nvSpPr>
        <p:spPr>
          <a:xfrm>
            <a:off x="2667000" y="6356350"/>
            <a:ext cx="3352800" cy="365125"/>
          </a:xfrm>
          <a:prstGeom prst="rect">
            <a:avLst/>
          </a:prstGeom>
        </p:spPr>
        <p:txBody>
          <a:bodyPr vert="horz" lIns="0" tIns="0" rIns="0" bIns="0" anchor="b"/>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2">
                  <a:shade val="90000"/>
                </a:schemeClr>
              </a:solidFill>
              <a:effectLst/>
              <a:uLnTx/>
              <a:uFillTx/>
              <a:latin typeface="Arial" panose="020B0604020202020204" pitchFamily="34" charset="0"/>
              <a:ea typeface="+mn-ea"/>
              <a:cs typeface="Arial" panose="020B0604020202020204" pitchFamily="34" charset="0"/>
            </a:endParaRPr>
          </a:p>
        </p:txBody>
      </p:sp>
      <p:sp>
        <p:nvSpPr>
          <p:cNvPr id="21" name="Slide Number Placeholder 6"/>
          <p:cNvSpPr>
            <a:spLocks noGrp="1"/>
          </p:cNvSpPr>
          <p:nvPr>
            <p:ph type="sldNum" sz="quarter" idx="4"/>
          </p:nvPr>
        </p:nvSpPr>
        <p:spPr>
          <a:xfrm>
            <a:off x="8077200" y="6356350"/>
            <a:ext cx="609600" cy="365125"/>
          </a:xfrm>
          <a:prstGeom prst="rect">
            <a:avLst/>
          </a:prstGeom>
        </p:spPr>
        <p:txBody>
          <a:bodyPr vert="horz" lIns="0" tIns="0" rIns="0" bIns="0" anchor="b"/>
          <a:lstStyle/>
          <a:p>
            <a:pPr algn="r">
              <a:buNone/>
            </a:pPr>
            <a:fld id="{9A0DB2DC-4C9A-4742-B13C-FB6460FD3503}" type="slidenum">
              <a:rPr lang="zh-CN" altLang="en-US" dirty="0">
                <a:ea typeface="SimSun" panose="02010600030101010101" pitchFamily="2" charset="-122"/>
              </a:rPr>
              <a:t>‹#›</a:t>
            </a:fld>
            <a:endParaRPr lang="zh-CN" altLang="en-US" dirty="0">
              <a:ea typeface="SimSun" panose="02010600030101010101" pitchFamily="2"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2">
                  <a:shade val="90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2">
                  <a:shade val="90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2">
                  <a:shade val="90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2">
                  <a:shade val="90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p:nvPr/>
        </p:nvSpPr>
        <p:spPr bwMode="auto">
          <a:xfrm>
            <a:off x="-9525" y="-7937"/>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8" name="Freeform 7"/>
          <p:cNvSpPr/>
          <p:nvPr/>
        </p:nvSpPr>
        <p:spPr bwMode="auto">
          <a:xfrm>
            <a:off x="4381500" y="-7937"/>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1028" name="Title Placeholder 8"/>
          <p:cNvSpPr>
            <a:spLocks noGrp="1"/>
          </p:cNvSpPr>
          <p:nvPr>
            <p:ph type="title"/>
          </p:nvPr>
        </p:nvSpPr>
        <p:spPr>
          <a:xfrm>
            <a:off x="457200" y="704850"/>
            <a:ext cx="8229600" cy="1143000"/>
          </a:xfrm>
          <a:prstGeom prst="rect">
            <a:avLst/>
          </a:prstGeom>
          <a:noFill/>
          <a:ln w="9525">
            <a:noFill/>
          </a:ln>
        </p:spPr>
        <p:txBody>
          <a:bodyPr lIns="0" rIns="0" bIns="0" anchor="b" anchorCtr="0"/>
          <a:lstStyle/>
          <a:p>
            <a:pPr lvl="0"/>
            <a:r>
              <a:rPr dirty="0"/>
              <a:t>Click to edit Master title style</a:t>
            </a:r>
          </a:p>
        </p:txBody>
      </p:sp>
      <p:sp>
        <p:nvSpPr>
          <p:cNvPr id="1029" name="Text Placeholder 29"/>
          <p:cNvSpPr>
            <a:spLocks noGrp="1"/>
          </p:cNvSpPr>
          <p:nvPr>
            <p:ph type="body" idx="1"/>
          </p:nvPr>
        </p:nvSpPr>
        <p:spPr>
          <a:xfrm>
            <a:off x="457200" y="1935163"/>
            <a:ext cx="8229600" cy="4389437"/>
          </a:xfrm>
          <a:prstGeom prst="rect">
            <a:avLst/>
          </a:prstGeom>
          <a:noFill/>
          <a:ln w="9525">
            <a:noFill/>
          </a:ln>
        </p:spPr>
        <p:txBody>
          <a:body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2">
                  <a:shade val="90000"/>
                </a:schemeClr>
              </a:solidFill>
              <a:effectLst/>
              <a:uLnTx/>
              <a:uFillTx/>
              <a:latin typeface="Arial" panose="020B0604020202020204" pitchFamily="34" charset="0"/>
              <a:ea typeface="+mn-ea"/>
              <a:cs typeface="Arial" panose="020B0604020202020204" pitchFamily="34" charset="0"/>
            </a:endParaRPr>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200" b="0" i="0" u="none" strike="noStrike" kern="1200" cap="none" spc="0" normalizeH="0" baseline="0" noProof="0">
              <a:ln>
                <a:noFill/>
              </a:ln>
              <a:solidFill>
                <a:schemeClr val="tx2">
                  <a:shade val="90000"/>
                </a:schemeClr>
              </a:solidFill>
              <a:effectLst/>
              <a:uLnTx/>
              <a:uFillTx/>
              <a:latin typeface="Arial" panose="020B0604020202020204" pitchFamily="34" charset="0"/>
              <a:ea typeface="+mn-ea"/>
              <a:cs typeface="Arial" panose="020B0604020202020204" pitchFamily="34" charset="0"/>
            </a:endParaRP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a:defRPr sz="1200">
                <a:solidFill>
                  <a:srgbClr val="524739"/>
                </a:solidFill>
                <a:ea typeface="SimSun" panose="02010600030101010101" pitchFamily="2" charset="-122"/>
              </a:defRPr>
            </a:lvl1p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grpSp>
        <p:nvGrpSpPr>
          <p:cNvPr id="1033" name="Group 1"/>
          <p:cNvGrpSpPr/>
          <p:nvPr/>
        </p:nvGrpSpPr>
        <p:grpSpPr>
          <a:xfrm>
            <a:off x="-19050" y="203200"/>
            <a:ext cx="9180513" cy="647700"/>
            <a:chOff x="-19045" y="216550"/>
            <a:chExt cx="9180548" cy="649224"/>
          </a:xfrm>
        </p:grpSpPr>
        <p:sp>
          <p:nvSpPr>
            <p:cNvPr id="12" name="Freeform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3" name="Freeform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3.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xml"/><Relationship Id="rId5" Type="http://schemas.openxmlformats.org/officeDocument/2006/relationships/image" Target="../media/image11.jpeg"/><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1.xml"/><Relationship Id="rId5" Type="http://schemas.openxmlformats.org/officeDocument/2006/relationships/image" Target="../media/image15.jpeg"/><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1.xml"/><Relationship Id="rId4" Type="http://schemas.openxmlformats.org/officeDocument/2006/relationships/image" Target="../media/image18.jpeg"/></Relationships>
</file>

<file path=ppt/slides/_rels/slide1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1.xml"/><Relationship Id="rId4" Type="http://schemas.openxmlformats.org/officeDocument/2006/relationships/image" Target="../media/image21.jpeg"/></Relationships>
</file>

<file path=ppt/slides/_rels/slide1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1.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slides/_rels/slide1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1.xml"/><Relationship Id="rId4" Type="http://schemas.openxmlformats.org/officeDocument/2006/relationships/image" Target="../media/image29.jpeg"/></Relationships>
</file>

<file path=ppt/slides/_rels/slide1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1.xml"/><Relationship Id="rId4" Type="http://schemas.openxmlformats.org/officeDocument/2006/relationships/image" Target="../media/image32.jpeg"/></Relationships>
</file>

<file path=ppt/slides/_rels/slide1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1.xml"/><Relationship Id="rId5" Type="http://schemas.openxmlformats.org/officeDocument/2006/relationships/image" Target="../media/image36.jpeg"/><Relationship Id="rId4" Type="http://schemas.openxmlformats.org/officeDocument/2006/relationships/image" Target="../media/image35.jpeg"/></Relationships>
</file>

<file path=ppt/slides/_rels/slide1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1.xml"/><Relationship Id="rId4" Type="http://schemas.openxmlformats.org/officeDocument/2006/relationships/image" Target="../media/image41.jpeg"/></Relationships>
</file>

<file path=ppt/slides/_rels/slide17.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Layout" Target="../slideLayouts/slideLayout1.xml"/><Relationship Id="rId5" Type="http://schemas.openxmlformats.org/officeDocument/2006/relationships/image" Target="../media/image46.jpeg"/><Relationship Id="rId4" Type="http://schemas.openxmlformats.org/officeDocument/2006/relationships/image" Target="../media/image45.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1052736"/>
            <a:ext cx="7851648" cy="460648"/>
          </a:xfrm>
          <a:ln/>
          <a:effectLst/>
          <a:sp3d prstMaterial="plastic"/>
        </p:spPr>
        <p:txBody>
          <a:bodyPr lIns="0" tIns="0" rIns="18288" bIns="0" anchor="b">
            <a:no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3200" i="0" u="none" strike="noStrike" kern="1200" normalizeH="0" baseline="0" noProof="0" dirty="0" err="1" smtClean="0">
                <a:ln/>
                <a:solidFill>
                  <a:schemeClr val="accent3"/>
                </a:solidFill>
                <a:effectLst/>
                <a:uLnTx/>
                <a:uFillTx/>
                <a:latin typeface="Kruti Dev 010" pitchFamily="2" charset="0"/>
                <a:ea typeface="+mj-ea"/>
                <a:cs typeface="+mj-cs"/>
              </a:rPr>
              <a:t>Ikh</a:t>
            </a:r>
            <a:r>
              <a:rPr kumimoji="0" lang="en-US" sz="3200" i="0" u="none" strike="noStrike" kern="1200" normalizeH="0" baseline="0" noProof="0" dirty="0" smtClean="0">
                <a:ln/>
                <a:solidFill>
                  <a:schemeClr val="accent3"/>
                </a:solidFill>
                <a:effectLst/>
                <a:uLnTx/>
                <a:uFillTx/>
                <a:latin typeface="Kruti Dev 010" pitchFamily="2" charset="0"/>
                <a:ea typeface="+mj-ea"/>
                <a:cs typeface="+mj-cs"/>
              </a:rPr>
              <a:t> + ,e + </a:t>
            </a:r>
            <a:r>
              <a:rPr kumimoji="0" lang="en-US" sz="3200" i="0" u="none" strike="noStrike" kern="1200" normalizeH="0" baseline="0" noProof="0" dirty="0" err="1" smtClean="0">
                <a:ln/>
                <a:solidFill>
                  <a:schemeClr val="accent3"/>
                </a:solidFill>
                <a:effectLst/>
                <a:uLnTx/>
                <a:uFillTx/>
                <a:latin typeface="Kruti Dev 010" pitchFamily="2" charset="0"/>
                <a:ea typeface="+mj-ea"/>
                <a:cs typeface="+mj-cs"/>
              </a:rPr>
              <a:t>Jh</a:t>
            </a:r>
            <a:r>
              <a:rPr kumimoji="0" lang="en-US" sz="3200" i="0" u="none" strike="noStrike" kern="1200" normalizeH="0" baseline="0" noProof="0" dirty="0" smtClean="0">
                <a:ln/>
                <a:solidFill>
                  <a:schemeClr val="accent3"/>
                </a:solidFill>
                <a:effectLst/>
                <a:uLnTx/>
                <a:uFillTx/>
                <a:latin typeface="Kruti Dev 010" pitchFamily="2" charset="0"/>
                <a:ea typeface="+mj-ea"/>
                <a:cs typeface="+mj-cs"/>
              </a:rPr>
              <a:t> + </a:t>
            </a:r>
            <a:r>
              <a:rPr kumimoji="0" lang="en-US" sz="3200" i="0" u="none" strike="noStrike" kern="1200" normalizeH="0" baseline="0" noProof="0" dirty="0" err="1" smtClean="0">
                <a:ln/>
                <a:solidFill>
                  <a:schemeClr val="accent3"/>
                </a:solidFill>
                <a:effectLst/>
                <a:uLnTx/>
                <a:uFillTx/>
                <a:latin typeface="Kruti Dev 010" pitchFamily="2" charset="0"/>
                <a:ea typeface="+mj-ea"/>
                <a:cs typeface="+mj-cs"/>
              </a:rPr>
              <a:t>lkfo</a:t>
            </a:r>
            <a:r>
              <a:rPr kumimoji="0" lang="en-US" sz="3200" i="0" u="none" strike="noStrike" kern="1200" normalizeH="0" baseline="0" noProof="0" dirty="0" smtClean="0">
                <a:ln/>
                <a:solidFill>
                  <a:schemeClr val="accent3"/>
                </a:solidFill>
                <a:effectLst/>
                <a:uLnTx/>
                <a:uFillTx/>
                <a:latin typeface="Kruti Dev 010" pitchFamily="2" charset="0"/>
                <a:ea typeface="+mj-ea"/>
                <a:cs typeface="+mj-cs"/>
              </a:rPr>
              <a:t>=</a:t>
            </a:r>
            <a:r>
              <a:rPr kumimoji="0" lang="en-US" sz="3200" i="0" u="none" strike="noStrike" kern="1200" normalizeH="0" baseline="0" noProof="0" dirty="0" err="1" smtClean="0">
                <a:ln/>
                <a:solidFill>
                  <a:schemeClr val="accent3"/>
                </a:solidFill>
                <a:effectLst/>
                <a:uLnTx/>
                <a:uFillTx/>
                <a:latin typeface="Kruti Dev 010" pitchFamily="2" charset="0"/>
                <a:ea typeface="+mj-ea"/>
                <a:cs typeface="+mj-cs"/>
              </a:rPr>
              <a:t>hckbZ</a:t>
            </a:r>
            <a:r>
              <a:rPr kumimoji="0" lang="en-US" sz="3200" i="0" u="none" strike="noStrike" kern="1200" normalizeH="0" baseline="0" noProof="0" dirty="0" smtClean="0">
                <a:ln/>
                <a:solidFill>
                  <a:schemeClr val="accent3"/>
                </a:solidFill>
                <a:effectLst/>
                <a:uLnTx/>
                <a:uFillTx/>
                <a:latin typeface="Kruti Dev 010" pitchFamily="2" charset="0"/>
                <a:ea typeface="+mj-ea"/>
                <a:cs typeface="+mj-cs"/>
              </a:rPr>
              <a:t> </a:t>
            </a:r>
            <a:r>
              <a:rPr kumimoji="0" lang="en-US" sz="2800" i="0" u="none" strike="noStrike" kern="1200" normalizeH="0" baseline="0" noProof="0" dirty="0" err="1" smtClean="0">
                <a:ln/>
                <a:solidFill>
                  <a:schemeClr val="accent3"/>
                </a:solidFill>
                <a:effectLst/>
                <a:uLnTx/>
                <a:uFillTx/>
                <a:latin typeface="Kruti Dev 010" pitchFamily="2" charset="0"/>
                <a:ea typeface="+mj-ea"/>
                <a:cs typeface="+mj-cs"/>
              </a:rPr>
              <a:t>Qqys</a:t>
            </a:r>
            <a:r>
              <a:rPr kumimoji="0" lang="en-US" sz="3200" i="0" u="none" strike="noStrike" kern="1200" normalizeH="0" baseline="0" noProof="0" dirty="0" smtClean="0">
                <a:ln/>
                <a:solidFill>
                  <a:schemeClr val="accent3"/>
                </a:solidFill>
                <a:effectLst/>
                <a:uLnTx/>
                <a:uFillTx/>
                <a:latin typeface="Kruti Dev 010" pitchFamily="2" charset="0"/>
                <a:ea typeface="+mj-ea"/>
                <a:cs typeface="+mj-cs"/>
              </a:rPr>
              <a:t> </a:t>
            </a:r>
            <a:r>
              <a:rPr kumimoji="0" lang="en-US" sz="3200" i="0" u="none" strike="noStrike" kern="1200" normalizeH="0" baseline="0" noProof="0" dirty="0" err="1" smtClean="0">
                <a:ln/>
                <a:solidFill>
                  <a:schemeClr val="accent3"/>
                </a:solidFill>
                <a:effectLst/>
                <a:uLnTx/>
                <a:uFillTx/>
                <a:latin typeface="Kruti Dev 010" pitchFamily="2" charset="0"/>
                <a:ea typeface="+mj-ea"/>
                <a:cs typeface="+mj-cs"/>
              </a:rPr>
              <a:t>gk;Ldqy</a:t>
            </a:r>
            <a:r>
              <a:rPr kumimoji="0" lang="en-US" sz="3200" i="0" u="none" strike="noStrike" kern="1200" normalizeH="0" baseline="0" noProof="0" dirty="0" smtClean="0">
                <a:ln/>
                <a:solidFill>
                  <a:schemeClr val="accent3"/>
                </a:solidFill>
                <a:effectLst/>
                <a:uLnTx/>
                <a:uFillTx/>
                <a:latin typeface="Kruti Dev 010" pitchFamily="2" charset="0"/>
                <a:ea typeface="+mj-ea"/>
                <a:cs typeface="+mj-cs"/>
              </a:rPr>
              <a:t> </a:t>
            </a:r>
            <a:r>
              <a:rPr kumimoji="0" lang="en-US" sz="3200" i="0" u="none" strike="noStrike" kern="1200" normalizeH="0" baseline="0" noProof="0" dirty="0" err="1" smtClean="0">
                <a:ln/>
                <a:solidFill>
                  <a:schemeClr val="accent3"/>
                </a:solidFill>
                <a:effectLst/>
                <a:uLnTx/>
                <a:uFillTx/>
                <a:latin typeface="Kruti Dev 010" pitchFamily="2" charset="0"/>
                <a:ea typeface="+mj-ea"/>
                <a:cs typeface="+mj-cs"/>
              </a:rPr>
              <a:t>euik</a:t>
            </a:r>
            <a:r>
              <a:rPr kumimoji="0" lang="en-US" sz="3200" i="0" u="none" strike="noStrike" kern="1200" normalizeH="0" baseline="0" noProof="0" dirty="0" smtClean="0">
                <a:ln/>
                <a:solidFill>
                  <a:schemeClr val="accent3"/>
                </a:solidFill>
                <a:effectLst/>
                <a:uLnTx/>
                <a:uFillTx/>
                <a:latin typeface="Kruti Dev 010" pitchFamily="2" charset="0"/>
                <a:ea typeface="+mj-ea"/>
                <a:cs typeface="+mj-cs"/>
              </a:rPr>
              <a:t> ] </a:t>
            </a:r>
            <a:r>
              <a:rPr kumimoji="0" lang="en-US" sz="3200" i="0" u="none" strike="noStrike" kern="1200" normalizeH="0" baseline="0" noProof="0" dirty="0" err="1" smtClean="0">
                <a:ln/>
                <a:solidFill>
                  <a:schemeClr val="accent3"/>
                </a:solidFill>
                <a:effectLst/>
                <a:uLnTx/>
                <a:uFillTx/>
                <a:latin typeface="Kruti Dev 010" pitchFamily="2" charset="0"/>
                <a:ea typeface="+mj-ea"/>
                <a:cs typeface="+mj-cs"/>
              </a:rPr>
              <a:t>panziwj</a:t>
            </a:r>
            <a:endParaRPr kumimoji="0" lang="en-IN" sz="3200" i="0" u="none" strike="noStrike" kern="1200" normalizeH="0" baseline="0" noProof="0" dirty="0">
              <a:ln/>
              <a:solidFill>
                <a:schemeClr val="accent3"/>
              </a:solidFill>
              <a:effectLst/>
              <a:uLnTx/>
              <a:uFillTx/>
              <a:latin typeface="Kruti Dev 010" pitchFamily="2" charset="0"/>
              <a:ea typeface="+mj-ea"/>
              <a:cs typeface="+mj-cs"/>
            </a:endParaRPr>
          </a:p>
        </p:txBody>
      </p:sp>
      <p:sp>
        <p:nvSpPr>
          <p:cNvPr id="5123" name="Subtitle 2"/>
          <p:cNvSpPr>
            <a:spLocks noGrp="1"/>
          </p:cNvSpPr>
          <p:nvPr>
            <p:ph type="subTitle" idx="1"/>
          </p:nvPr>
        </p:nvSpPr>
        <p:spPr>
          <a:xfrm>
            <a:off x="899593" y="4725144"/>
            <a:ext cx="7181072" cy="504056"/>
          </a:xfrm>
          <a:ln/>
        </p:spPr>
        <p:txBody>
          <a:bodyPr vert="horz" wrap="square" lIns="0" rIns="18288" anchor="t" anchorCtr="0"/>
          <a:lstStyle/>
          <a:p>
            <a:pPr marR="0" algn="ctr">
              <a:buClr>
                <a:srgbClr val="B5AE53"/>
              </a:buClr>
              <a:buSzPct val="95000"/>
              <a:buFont typeface="Wingdings 2" panose="05020102010507070707" pitchFamily="18" charset="2"/>
            </a:pPr>
            <a:r>
              <a:rPr kumimoji="0" sz="2400" b="1" kern="1200" dirty="0">
                <a:latin typeface="Kruti Dev 010" pitchFamily="2" charset="0"/>
                <a:ea typeface="+mn-ea"/>
                <a:cs typeface="+mn-cs"/>
              </a:rPr>
              <a:t>ih ++,e + Jh + varxZr “kkGse/;s jkcfoysys midze</a:t>
            </a:r>
            <a:endParaRPr kumimoji="0" lang="en-IN" altLang="x-none" sz="2400" b="1" kern="1200" dirty="0">
              <a:latin typeface="Kruti Dev 010" pitchFamily="2" charset="0"/>
              <a:ea typeface="+mn-ea"/>
              <a:cs typeface="+mn-cs"/>
            </a:endParaRPr>
          </a:p>
        </p:txBody>
      </p:sp>
      <p:pic>
        <p:nvPicPr>
          <p:cNvPr id="1026" name="Picture 2" descr="C:\Users\SFHS\Downloads\WhatsApp Image 2026-07-23 at 15.41.50.jpeg"/>
          <p:cNvPicPr>
            <a:picLocks noChangeAspect="1" noChangeArrowheads="1"/>
          </p:cNvPicPr>
          <p:nvPr/>
        </p:nvPicPr>
        <p:blipFill rotWithShape="1">
          <a:blip r:embed="rId2">
            <a:extLst>
              <a:ext uri="{28A0092B-C50C-407E-A947-70E740481C1C}">
                <a14:useLocalDpi xmlns:a14="http://schemas.microsoft.com/office/drawing/2010/main" val="0"/>
              </a:ext>
            </a:extLst>
          </a:blip>
          <a:srcRect l="20821" r="21020" b="39059"/>
          <a:stretch/>
        </p:blipFill>
        <p:spPr bwMode="auto">
          <a:xfrm>
            <a:off x="1331640" y="1700808"/>
            <a:ext cx="6480720" cy="30963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9552" y="548680"/>
            <a:ext cx="7851648" cy="2016224"/>
          </a:xfrm>
          <a:ln/>
          <a:effectLst/>
          <a:sp3d prstMaterial="plastic"/>
        </p:spPr>
        <p:txBody>
          <a:bodyPr lIns="0" tIns="0" rIns="18288" bIns="0" anchor="b">
            <a:normAutofit/>
            <a:scene3d>
              <a:camera prst="orthographicFront"/>
              <a:lightRig rig="freezing" dir="t">
                <a:rot lat="0" lon="0" rev="5640000"/>
              </a:lightRig>
            </a:scene3d>
            <a:sp3d prstMaterial="flat">
              <a:bevelT w="38100" h="38100"/>
              <a:contourClr>
                <a:schemeClr val="tx2"/>
              </a:contourClr>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5600" b="1" i="0" u="none" strike="noStrike" kern="1200" cap="none" spc="0" normalizeH="0" baseline="0" noProof="0" dirty="0" err="1" smtClean="0">
                <a:ln>
                  <a:noFill/>
                </a:ln>
                <a:solidFill>
                  <a:srgbClr val="FFFF00"/>
                </a:solidFill>
                <a:effectLst>
                  <a:outerShdw blurRad="38100" dist="25400" dir="5400000" algn="tl" rotWithShape="0">
                    <a:srgbClr val="000000">
                      <a:alpha val="43000"/>
                    </a:srgbClr>
                  </a:outerShdw>
                </a:effectLst>
                <a:uLnTx/>
                <a:uFillTx/>
                <a:latin typeface="Kruti Dev 010" pitchFamily="2" charset="0"/>
                <a:ea typeface="+mj-ea"/>
                <a:cs typeface="+mj-cs"/>
              </a:rPr>
              <a:t>midzekps</a:t>
            </a:r>
            <a:r>
              <a:rPr kumimoji="0" lang="en-US" sz="5600" b="1" i="0" u="none" strike="noStrike" kern="1200" cap="none" spc="0" normalizeH="0" baseline="0" noProof="0" dirty="0" smtClean="0">
                <a:ln>
                  <a:noFill/>
                </a:ln>
                <a:solidFill>
                  <a:srgbClr val="FFFF00"/>
                </a:solidFill>
                <a:effectLst>
                  <a:outerShdw blurRad="38100" dist="25400" dir="5400000" algn="tl" rotWithShape="0">
                    <a:srgbClr val="000000">
                      <a:alpha val="43000"/>
                    </a:srgbClr>
                  </a:outerShdw>
                </a:effectLst>
                <a:uLnTx/>
                <a:uFillTx/>
                <a:latin typeface="Kruti Dev 010" pitchFamily="2" charset="0"/>
                <a:ea typeface="+mj-ea"/>
                <a:cs typeface="+mj-cs"/>
              </a:rPr>
              <a:t> </a:t>
            </a:r>
            <a:r>
              <a:rPr kumimoji="0" lang="en-US" sz="5600" b="1" i="0" u="none" strike="noStrike" kern="1200" cap="none" spc="0" normalizeH="0" baseline="0" noProof="0" dirty="0" err="1" smtClean="0">
                <a:ln>
                  <a:noFill/>
                </a:ln>
                <a:solidFill>
                  <a:srgbClr val="FFFF00"/>
                </a:solidFill>
                <a:effectLst>
                  <a:outerShdw blurRad="38100" dist="25400" dir="5400000" algn="tl" rotWithShape="0">
                    <a:srgbClr val="000000">
                      <a:alpha val="43000"/>
                    </a:srgbClr>
                  </a:outerShdw>
                </a:effectLst>
                <a:uLnTx/>
                <a:uFillTx/>
                <a:latin typeface="Kruti Dev 010" pitchFamily="2" charset="0"/>
                <a:ea typeface="+mj-ea"/>
                <a:cs typeface="+mj-cs"/>
              </a:rPr>
              <a:t>uko</a:t>
            </a:r>
            <a:r>
              <a:rPr kumimoji="0" lang="en-US" sz="5600" b="1" i="0" u="none" strike="noStrike" kern="1200" cap="none" spc="0" normalizeH="0" baseline="0" noProof="0" dirty="0" smtClean="0">
                <a:ln>
                  <a:noFill/>
                </a:ln>
                <a:solidFill>
                  <a:srgbClr val="FFFF00"/>
                </a:solidFill>
                <a:effectLst>
                  <a:outerShdw blurRad="38100" dist="25400" dir="5400000" algn="tl" rotWithShape="0">
                    <a:srgbClr val="000000">
                      <a:alpha val="43000"/>
                    </a:srgbClr>
                  </a:outerShdw>
                </a:effectLst>
                <a:uLnTx/>
                <a:uFillTx/>
                <a:latin typeface="Kruti Dev 010" pitchFamily="2" charset="0"/>
                <a:ea typeface="+mj-ea"/>
                <a:cs typeface="+mj-cs"/>
              </a:rPr>
              <a:t> %&amp;</a:t>
            </a:r>
            <a:r>
              <a:rPr kumimoji="0" lang="en-US" sz="5600" b="1" i="0" u="none" strike="noStrike" kern="1200" cap="none" spc="0" normalizeH="0" baseline="0" noProof="0" dirty="0" smtClean="0">
                <a:ln>
                  <a:noFill/>
                </a:ln>
                <a:solidFill>
                  <a:schemeClr val="accent3">
                    <a:tint val="90000"/>
                    <a:satMod val="120000"/>
                  </a:schemeClr>
                </a:solidFill>
                <a:effectLst>
                  <a:outerShdw blurRad="38100" dist="25400" dir="5400000" algn="tl" rotWithShape="0">
                    <a:srgbClr val="000000">
                      <a:alpha val="43000"/>
                    </a:srgbClr>
                  </a:outerShdw>
                </a:effectLst>
                <a:uLnTx/>
                <a:uFillTx/>
                <a:latin typeface="Kruti Dev 010" pitchFamily="2" charset="0"/>
                <a:ea typeface="+mj-ea"/>
                <a:cs typeface="+mj-cs"/>
              </a:rPr>
              <a:t/>
            </a:r>
            <a:br>
              <a:rPr kumimoji="0" lang="en-US" sz="5600" b="1" i="0" u="none" strike="noStrike" kern="1200" cap="none" spc="0" normalizeH="0" baseline="0" noProof="0" dirty="0" smtClean="0">
                <a:ln>
                  <a:noFill/>
                </a:ln>
                <a:solidFill>
                  <a:schemeClr val="accent3">
                    <a:tint val="90000"/>
                    <a:satMod val="120000"/>
                  </a:schemeClr>
                </a:solidFill>
                <a:effectLst>
                  <a:outerShdw blurRad="38100" dist="25400" dir="5400000" algn="tl" rotWithShape="0">
                    <a:srgbClr val="000000">
                      <a:alpha val="43000"/>
                    </a:srgbClr>
                  </a:outerShdw>
                </a:effectLst>
                <a:uLnTx/>
                <a:uFillTx/>
                <a:latin typeface="Kruti Dev 010" pitchFamily="2" charset="0"/>
                <a:ea typeface="+mj-ea"/>
                <a:cs typeface="+mj-cs"/>
              </a:rPr>
            </a:br>
            <a:r>
              <a:rPr kumimoji="0" lang="en-US" sz="5600" b="1" i="0" u="none" strike="noStrike" kern="1200" cap="none" spc="0" normalizeH="0" baseline="0" noProof="0" dirty="0" smtClean="0">
                <a:ln>
                  <a:noFill/>
                </a:ln>
                <a:solidFill>
                  <a:schemeClr val="accent3">
                    <a:tint val="90000"/>
                    <a:satMod val="120000"/>
                  </a:schemeClr>
                </a:solidFill>
                <a:effectLst>
                  <a:outerShdw blurRad="38100" dist="25400" dir="5400000" algn="tl" rotWithShape="0">
                    <a:srgbClr val="000000">
                      <a:alpha val="43000"/>
                    </a:srgbClr>
                  </a:outerShdw>
                </a:effectLst>
                <a:uLnTx/>
                <a:uFillTx/>
                <a:latin typeface="Kruti Dev 010" pitchFamily="2" charset="0"/>
                <a:ea typeface="+mj-ea"/>
                <a:cs typeface="+mj-cs"/>
              </a:rPr>
              <a:t>    </a:t>
            </a:r>
            <a:endParaRPr kumimoji="0" lang="en-IN" sz="5600" b="1" i="0" u="none" strike="noStrike" kern="1200" cap="none" spc="0" normalizeH="0" baseline="0" noProof="0" dirty="0">
              <a:ln>
                <a:noFill/>
              </a:ln>
              <a:solidFill>
                <a:schemeClr val="accent3">
                  <a:tint val="90000"/>
                  <a:satMod val="120000"/>
                </a:schemeClr>
              </a:solidFill>
              <a:effectLst>
                <a:outerShdw blurRad="38100" dist="25400" dir="5400000" algn="tl" rotWithShape="0">
                  <a:srgbClr val="000000">
                    <a:alpha val="43000"/>
                  </a:srgbClr>
                </a:outerShdw>
              </a:effectLst>
              <a:uLnTx/>
              <a:uFillTx/>
              <a:latin typeface="Kruti Dev 010" pitchFamily="2" charset="0"/>
              <a:ea typeface="+mj-ea"/>
              <a:cs typeface="+mj-cs"/>
            </a:endParaRPr>
          </a:p>
        </p:txBody>
      </p:sp>
      <p:sp>
        <p:nvSpPr>
          <p:cNvPr id="6147" name="Subtitle 2"/>
          <p:cNvSpPr>
            <a:spLocks noGrp="1"/>
          </p:cNvSpPr>
          <p:nvPr>
            <p:ph type="subTitle" idx="1"/>
          </p:nvPr>
        </p:nvSpPr>
        <p:spPr>
          <a:xfrm>
            <a:off x="395288" y="1844675"/>
            <a:ext cx="8280400" cy="4752975"/>
          </a:xfrm>
          <a:ln/>
        </p:spPr>
        <p:txBody>
          <a:bodyPr vert="horz" wrap="square" lIns="0" rIns="18288" anchor="t" anchorCtr="0"/>
          <a:lstStyle/>
          <a:p>
            <a:pPr marL="457200" marR="0" indent="-457200" algn="l">
              <a:buClr>
                <a:srgbClr val="B5AE53"/>
              </a:buClr>
              <a:buSzPct val="95000"/>
              <a:buFont typeface="Wingdings" panose="05000000000000000000" pitchFamily="2" charset="2"/>
              <a:buChar char="§"/>
            </a:pPr>
            <a:r>
              <a:rPr kumimoji="0" sz="1800" b="1" kern="1200" dirty="0">
                <a:latin typeface="Kruti Dev 010" pitchFamily="2" charset="0"/>
                <a:ea typeface="+mn-ea"/>
                <a:cs typeface="+mn-cs"/>
              </a:rPr>
              <a:t>rack[kqeqDr “kkGk</a:t>
            </a:r>
          </a:p>
          <a:p>
            <a:pPr marL="457200" marR="0" indent="-457200" algn="l">
              <a:buClr>
                <a:srgbClr val="B5AE53"/>
              </a:buClr>
              <a:buSzPct val="95000"/>
              <a:buFont typeface="Wingdings" panose="05000000000000000000" pitchFamily="2" charset="2"/>
              <a:buChar char="§"/>
            </a:pPr>
            <a:r>
              <a:rPr kumimoji="0" sz="1800" b="1" kern="1200" dirty="0">
                <a:latin typeface="Kruti Dev 010" pitchFamily="2" charset="0"/>
                <a:ea typeface="+mn-ea"/>
                <a:cs typeface="+mn-cs"/>
              </a:rPr>
              <a:t>Ik;kZoj.k fo’k;koj ekxZn”ku</a:t>
            </a:r>
          </a:p>
          <a:p>
            <a:pPr marL="457200" marR="0" indent="-457200" algn="l">
              <a:buClr>
                <a:srgbClr val="B5AE53"/>
              </a:buClr>
              <a:buSzPct val="95000"/>
              <a:buFont typeface="Wingdings" panose="05000000000000000000" pitchFamily="2" charset="2"/>
              <a:buChar char="§"/>
            </a:pPr>
            <a:r>
              <a:rPr kumimoji="0" sz="1800" b="1" kern="1200" dirty="0">
                <a:latin typeface="Kruti Dev 010" pitchFamily="2" charset="0"/>
                <a:ea typeface="+mn-ea"/>
                <a:cs typeface="+mn-cs"/>
              </a:rPr>
              <a:t>jk’Vzh; O;k[;ku ekyk uoHkkjr ?kMfo.;kr fo|kF;kZaph Hkqfedk vkf.k osGsps O;oLFkkiu</a:t>
            </a:r>
          </a:p>
          <a:p>
            <a:pPr marL="457200" marR="0" indent="-457200" algn="l">
              <a:buClr>
                <a:srgbClr val="B5AE53"/>
              </a:buClr>
              <a:buSzPct val="95000"/>
              <a:buFont typeface="Wingdings" panose="05000000000000000000" pitchFamily="2" charset="2"/>
              <a:buChar char="§"/>
            </a:pPr>
            <a:r>
              <a:rPr kumimoji="0" sz="1800" b="1" kern="1200" dirty="0">
                <a:latin typeface="Kruti Dev 010" pitchFamily="2" charset="0"/>
                <a:ea typeface="+mn-ea"/>
                <a:cs typeface="+mn-cs"/>
              </a:rPr>
              <a:t>vkarjjk’Vzh; Lrjkojhy iz[;kr rKkaps izsj.kknk;h ekxZn”kZu 1 + O;fDreki fodkl o djhvj ekXkZn”kZu 2 + fMthVy f”k{ku</a:t>
            </a:r>
          </a:p>
          <a:p>
            <a:pPr marL="457200" marR="0" indent="-457200" algn="l">
              <a:buClr>
                <a:srgbClr val="B5AE53"/>
              </a:buClr>
              <a:buSzPct val="95000"/>
              <a:buFont typeface="Wingdings" panose="05000000000000000000" pitchFamily="2" charset="2"/>
              <a:buChar char="§"/>
            </a:pPr>
            <a:r>
              <a:rPr kumimoji="0" sz="1800" b="1" kern="1200" dirty="0">
                <a:latin typeface="Kruti Dev 010" pitchFamily="2" charset="0"/>
                <a:ea typeface="+mn-ea"/>
                <a:cs typeface="+mn-cs"/>
              </a:rPr>
              <a:t>fHkarfp= r#.k laikfndk fo|kFkhZ ys[kd eaMG</a:t>
            </a:r>
          </a:p>
          <a:p>
            <a:pPr marL="457200" marR="0" indent="-457200" algn="l">
              <a:buClr>
                <a:srgbClr val="B5AE53"/>
              </a:buClr>
              <a:buSzPct val="95000"/>
              <a:buFont typeface="Wingdings" panose="05000000000000000000" pitchFamily="2" charset="2"/>
              <a:buChar char="§"/>
            </a:pPr>
            <a:r>
              <a:rPr kumimoji="0" sz="1800" b="1" kern="1200" dirty="0">
                <a:latin typeface="Kruti Dev 010" pitchFamily="2" charset="0"/>
                <a:ea typeface="+mn-ea"/>
                <a:cs typeface="+mn-cs"/>
              </a:rPr>
              <a:t>fo”ks’k xjtk vl.kkjs fo|kFkhZ</a:t>
            </a:r>
          </a:p>
          <a:p>
            <a:pPr marL="457200" marR="0" indent="-457200" algn="l">
              <a:buClr>
                <a:srgbClr val="B5AE53"/>
              </a:buClr>
              <a:buSzPct val="95000"/>
              <a:buFont typeface="Wingdings" panose="05000000000000000000" pitchFamily="2" charset="2"/>
              <a:buChar char="§"/>
            </a:pPr>
            <a:r>
              <a:rPr kumimoji="0" sz="1800" b="1" kern="1200" dirty="0">
                <a:latin typeface="Kruti Dev 010" pitchFamily="2" charset="0"/>
                <a:ea typeface="+mn-ea"/>
                <a:cs typeface="+mn-cs"/>
              </a:rPr>
              <a:t>bdks Dyc mn~?kkVu lksgGk o o`{kkjksiu dk;Zdze</a:t>
            </a:r>
          </a:p>
          <a:p>
            <a:pPr marL="457200" marR="0" indent="-457200" algn="l">
              <a:buClr>
                <a:srgbClr val="B5AE53"/>
              </a:buClr>
              <a:buSzPct val="95000"/>
              <a:buFont typeface="Wingdings" panose="05000000000000000000" pitchFamily="2" charset="2"/>
              <a:buChar char="§"/>
            </a:pPr>
            <a:r>
              <a:rPr kumimoji="0" sz="1800" b="1" kern="1200" dirty="0">
                <a:latin typeface="Kruti Dev 010" pitchFamily="2" charset="0"/>
                <a:ea typeface="+mn-ea"/>
                <a:cs typeface="+mn-cs"/>
              </a:rPr>
              <a:t>Bdks Dyc varXkZr fuca/k o fp=dyk Li/kkZ o cf{kl forj.k</a:t>
            </a:r>
          </a:p>
          <a:p>
            <a:pPr marL="457200" marR="0" indent="-457200" algn="l">
              <a:buClr>
                <a:srgbClr val="B5AE53"/>
              </a:buClr>
              <a:buSzPct val="95000"/>
              <a:buFont typeface="Wingdings" panose="05000000000000000000" pitchFamily="2" charset="2"/>
              <a:buChar char="§"/>
            </a:pPr>
            <a:r>
              <a:rPr kumimoji="0" sz="1800" b="1" kern="1200" dirty="0">
                <a:latin typeface="Kruti Dev 010" pitchFamily="2" charset="0"/>
                <a:ea typeface="+mn-ea"/>
                <a:cs typeface="+mn-cs"/>
              </a:rPr>
              <a:t>LoPNrk ia/kjokMk</a:t>
            </a:r>
          </a:p>
          <a:p>
            <a:pPr marL="457200" marR="0" indent="-457200" algn="l">
              <a:buClr>
                <a:srgbClr val="B5AE53"/>
              </a:buClr>
              <a:buSzPct val="95000"/>
              <a:buFont typeface="Wingdings" panose="05000000000000000000" pitchFamily="2" charset="2"/>
              <a:buChar char="§"/>
            </a:pPr>
            <a:r>
              <a:rPr kumimoji="0" sz="1800" b="1" kern="1200" dirty="0">
                <a:latin typeface="Kruti Dev 010" pitchFamily="2" charset="0"/>
                <a:ea typeface="+mn-ea"/>
                <a:cs typeface="+mn-cs"/>
              </a:rPr>
              <a:t>Xkf.kr eaMG midze </a:t>
            </a:r>
          </a:p>
          <a:p>
            <a:pPr marL="457200" marR="0" indent="-457200" algn="l">
              <a:buClr>
                <a:srgbClr val="B5AE53"/>
              </a:buClr>
              <a:buSzPct val="95000"/>
              <a:buFont typeface="Wingdings" panose="05000000000000000000" pitchFamily="2" charset="2"/>
              <a:buChar char="§"/>
            </a:pPr>
            <a:r>
              <a:rPr kumimoji="0" sz="1800" b="1" kern="1200" dirty="0">
                <a:latin typeface="Kruti Dev 010" pitchFamily="2" charset="0"/>
                <a:ea typeface="+mn-ea"/>
                <a:cs typeface="+mn-cs"/>
              </a:rPr>
              <a:t>foKku </a:t>
            </a:r>
            <a:r>
              <a:rPr kumimoji="0" sz="1800" b="1" kern="1200" dirty="0" err="1">
                <a:latin typeface="Kruti Dev 010" pitchFamily="2" charset="0"/>
                <a:ea typeface="+mn-ea"/>
                <a:cs typeface="+mn-cs"/>
              </a:rPr>
              <a:t>eaMG</a:t>
            </a:r>
            <a:r>
              <a:rPr kumimoji="0" sz="1800" b="1" kern="1200" dirty="0">
                <a:latin typeface="Kruti Dev 010" pitchFamily="2" charset="0"/>
                <a:ea typeface="+mn-ea"/>
                <a:cs typeface="+mn-cs"/>
              </a:rPr>
              <a:t> </a:t>
            </a:r>
            <a:r>
              <a:rPr kumimoji="0" sz="1800" b="1" kern="1200" dirty="0" err="1" smtClean="0">
                <a:latin typeface="Kruti Dev 010" pitchFamily="2" charset="0"/>
                <a:ea typeface="+mn-ea"/>
                <a:cs typeface="+mn-cs"/>
              </a:rPr>
              <a:t>midze</a:t>
            </a:r>
            <a:endParaRPr kumimoji="0" lang="en-IN" sz="1800" b="1" kern="1200" dirty="0" smtClean="0">
              <a:latin typeface="Kruti Dev 010" pitchFamily="2" charset="0"/>
              <a:ea typeface="+mn-ea"/>
              <a:cs typeface="+mn-cs"/>
            </a:endParaRPr>
          </a:p>
          <a:p>
            <a:pPr marL="457200" marR="0" indent="-457200" algn="l">
              <a:buClr>
                <a:srgbClr val="B5AE53"/>
              </a:buClr>
              <a:buSzPct val="95000"/>
              <a:buFont typeface="Wingdings" panose="05000000000000000000" pitchFamily="2" charset="2"/>
              <a:buChar char="§"/>
            </a:pPr>
            <a:r>
              <a:rPr lang="en-IN" sz="1800" b="1" dirty="0" smtClean="0">
                <a:latin typeface="Kruti Dev 010" pitchFamily="2" charset="0"/>
              </a:rPr>
              <a:t>“</a:t>
            </a:r>
            <a:r>
              <a:rPr lang="en-IN" sz="1800" b="1" dirty="0" err="1" smtClean="0">
                <a:latin typeface="Kruti Dev 010" pitchFamily="2" charset="0"/>
              </a:rPr>
              <a:t>kS</a:t>
            </a:r>
            <a:r>
              <a:rPr lang="en-IN" sz="1800" b="1" dirty="0" smtClean="0">
                <a:latin typeface="Kruti Dev 010" pitchFamily="2" charset="0"/>
              </a:rPr>
              <a:t>{</a:t>
            </a:r>
            <a:r>
              <a:rPr lang="en-IN" sz="1800" b="1" dirty="0" err="1" smtClean="0">
                <a:latin typeface="Kruti Dev 010" pitchFamily="2" charset="0"/>
              </a:rPr>
              <a:t>kf.kd</a:t>
            </a:r>
            <a:r>
              <a:rPr lang="en-IN" sz="1800" b="1" dirty="0" smtClean="0">
                <a:latin typeface="Kruti Dev 010" pitchFamily="2" charset="0"/>
              </a:rPr>
              <a:t> </a:t>
            </a:r>
            <a:r>
              <a:rPr lang="en-IN" sz="1800" b="1" dirty="0" err="1" smtClean="0">
                <a:latin typeface="Kruti Dev 010" pitchFamily="2" charset="0"/>
              </a:rPr>
              <a:t>lgy</a:t>
            </a:r>
            <a:endParaRPr kumimoji="0" sz="1800" b="1" kern="1200" dirty="0">
              <a:latin typeface="Kruti Dev 010" pitchFamily="2" charset="0"/>
              <a:ea typeface="+mn-ea"/>
              <a:cs typeface="+mn-cs"/>
            </a:endParaRPr>
          </a:p>
          <a:p>
            <a:pPr marL="457200" marR="0" indent="-457200" algn="l">
              <a:buClr>
                <a:srgbClr val="B5AE53"/>
              </a:buClr>
              <a:buSzPct val="95000"/>
              <a:buFont typeface="Wingdings" panose="05000000000000000000" pitchFamily="2" charset="2"/>
              <a:buChar char="§"/>
            </a:pPr>
            <a:endParaRPr kumimoji="0" sz="1800" b="1" kern="1200" dirty="0">
              <a:latin typeface="Kruti Dev 010" pitchFamily="2" charset="0"/>
              <a:ea typeface="+mn-ea"/>
              <a:cs typeface="+mn-cs"/>
            </a:endParaRPr>
          </a:p>
          <a:p>
            <a:pPr marL="457200" marR="0" indent="-457200" algn="l">
              <a:buClr>
                <a:srgbClr val="B5AE53"/>
              </a:buClr>
              <a:buSzPct val="95000"/>
              <a:buFont typeface="Wingdings" panose="05000000000000000000" pitchFamily="2" charset="2"/>
              <a:buChar char="§"/>
            </a:pPr>
            <a:endParaRPr kumimoji="0" lang="en-IN" altLang="x-none" sz="1800" b="1" kern="1200" dirty="0">
              <a:latin typeface="Kruti Dev 010" pitchFamily="2" charset="0"/>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0352" y="404664"/>
            <a:ext cx="7772400" cy="936104"/>
          </a:xfrm>
          <a:ln/>
          <a:effectLst/>
          <a:sp3d prstMaterial="plastic"/>
        </p:spPr>
        <p:txBody>
          <a:bodyPr lIns="0" tIns="0" rIns="0" bIns="0" anchor="b">
            <a:noAutofit/>
            <a:scene3d>
              <a:camera prst="orthographicFront"/>
              <a:lightRig rig="freezing" dir="t">
                <a:rot lat="0" lon="0" rev="5640000"/>
              </a:lightRig>
            </a:scene3d>
            <a:sp3d prstMaterial="flat">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5600" b="1" i="0" u="none" strike="noStrike" kern="1200" cap="none" spc="0" normalizeH="0" baseline="0" noProof="0" dirty="0" smtClean="0">
                <a:ln w="635">
                  <a:noFill/>
                </a:ln>
                <a:solidFill>
                  <a:srgbClr val="FFFF00"/>
                </a:solidFill>
                <a:effectLst>
                  <a:outerShdw blurRad="38100" dist="25400" dir="5400000" algn="tl" rotWithShape="0">
                    <a:srgbClr val="000000">
                      <a:alpha val="43000"/>
                    </a:srgbClr>
                  </a:outerShdw>
                </a:effectLst>
                <a:uLnTx/>
                <a:uFillTx/>
                <a:latin typeface="Kruti Dev 010" pitchFamily="2" charset="0"/>
                <a:ea typeface="+mj-ea"/>
                <a:cs typeface="+mj-cs"/>
              </a:rPr>
              <a:t>1 +</a:t>
            </a:r>
            <a:r>
              <a:rPr kumimoji="0" lang="en-US" sz="5600" b="1" i="0" u="none" strike="noStrike" kern="1200" cap="none" spc="0" normalizeH="0" baseline="0" noProof="0" dirty="0" err="1" smtClean="0">
                <a:ln w="635">
                  <a:noFill/>
                </a:ln>
                <a:solidFill>
                  <a:srgbClr val="FFFF00"/>
                </a:solidFill>
                <a:effectLst>
                  <a:outerShdw blurRad="38100" dist="25400" dir="5400000" algn="tl" rotWithShape="0">
                    <a:srgbClr val="000000">
                      <a:alpha val="43000"/>
                    </a:srgbClr>
                  </a:outerShdw>
                </a:effectLst>
                <a:uLnTx/>
                <a:uFillTx/>
                <a:latin typeface="Kruti Dev 010" pitchFamily="2" charset="0"/>
                <a:ea typeface="+mj-ea"/>
                <a:cs typeface="+mj-cs"/>
              </a:rPr>
              <a:t>Rakck</a:t>
            </a:r>
            <a:r>
              <a:rPr kumimoji="0" lang="en-US" sz="5600" b="1" i="0" u="none" strike="noStrike" kern="1200" cap="none" spc="0" normalizeH="0" baseline="0" noProof="0" dirty="0" smtClean="0">
                <a:ln w="635">
                  <a:noFill/>
                </a:ln>
                <a:solidFill>
                  <a:srgbClr val="FFFF00"/>
                </a:solidFill>
                <a:effectLst>
                  <a:outerShdw blurRad="38100" dist="25400" dir="5400000" algn="tl" rotWithShape="0">
                    <a:srgbClr val="000000">
                      <a:alpha val="43000"/>
                    </a:srgbClr>
                  </a:outerShdw>
                </a:effectLst>
                <a:uLnTx/>
                <a:uFillTx/>
                <a:latin typeface="Kruti Dev 010" pitchFamily="2" charset="0"/>
                <a:ea typeface="+mj-ea"/>
                <a:cs typeface="+mj-cs"/>
              </a:rPr>
              <a:t>[</a:t>
            </a:r>
            <a:r>
              <a:rPr kumimoji="0" lang="en-US" sz="5600" b="1" i="0" u="none" strike="noStrike" kern="1200" cap="none" spc="0" normalizeH="0" baseline="0" noProof="0" dirty="0" err="1" smtClean="0">
                <a:ln w="635">
                  <a:noFill/>
                </a:ln>
                <a:solidFill>
                  <a:srgbClr val="FFFF00"/>
                </a:solidFill>
                <a:effectLst>
                  <a:outerShdw blurRad="38100" dist="25400" dir="5400000" algn="tl" rotWithShape="0">
                    <a:srgbClr val="000000">
                      <a:alpha val="43000"/>
                    </a:srgbClr>
                  </a:outerShdw>
                </a:effectLst>
                <a:uLnTx/>
                <a:uFillTx/>
                <a:latin typeface="Kruti Dev 010" pitchFamily="2" charset="0"/>
                <a:ea typeface="+mj-ea"/>
                <a:cs typeface="+mj-cs"/>
              </a:rPr>
              <a:t>kqeqDr</a:t>
            </a:r>
            <a:r>
              <a:rPr kumimoji="0" lang="en-US" sz="5600" b="1" i="0" u="none" strike="noStrike" kern="1200" cap="none" spc="0" normalizeH="0" baseline="0" noProof="0" dirty="0" smtClean="0">
                <a:ln w="635">
                  <a:noFill/>
                </a:ln>
                <a:solidFill>
                  <a:srgbClr val="FFFF00"/>
                </a:solidFill>
                <a:effectLst>
                  <a:outerShdw blurRad="38100" dist="25400" dir="5400000" algn="tl" rotWithShape="0">
                    <a:srgbClr val="000000">
                      <a:alpha val="43000"/>
                    </a:srgbClr>
                  </a:outerShdw>
                </a:effectLst>
                <a:uLnTx/>
                <a:uFillTx/>
                <a:latin typeface="Kruti Dev 010" pitchFamily="2" charset="0"/>
                <a:ea typeface="+mj-ea"/>
                <a:cs typeface="+mj-cs"/>
              </a:rPr>
              <a:t> “</a:t>
            </a:r>
            <a:r>
              <a:rPr kumimoji="0" lang="en-US" sz="5600" b="1" i="0" u="none" strike="noStrike" kern="1200" cap="none" spc="0" normalizeH="0" baseline="0" noProof="0" dirty="0" err="1" smtClean="0">
                <a:ln w="635">
                  <a:noFill/>
                </a:ln>
                <a:solidFill>
                  <a:srgbClr val="FFFF00"/>
                </a:solidFill>
                <a:effectLst>
                  <a:outerShdw blurRad="38100" dist="25400" dir="5400000" algn="tl" rotWithShape="0">
                    <a:srgbClr val="000000">
                      <a:alpha val="43000"/>
                    </a:srgbClr>
                  </a:outerShdw>
                </a:effectLst>
                <a:uLnTx/>
                <a:uFillTx/>
                <a:latin typeface="Kruti Dev 010" pitchFamily="2" charset="0"/>
                <a:ea typeface="+mj-ea"/>
                <a:cs typeface="+mj-cs"/>
              </a:rPr>
              <a:t>kkGk</a:t>
            </a:r>
            <a:endParaRPr kumimoji="0" lang="en-IN" sz="5600" b="1" i="0" u="none" strike="noStrike" kern="1200" cap="none" spc="0" normalizeH="0" baseline="0" noProof="0" dirty="0">
              <a:ln w="635">
                <a:noFill/>
              </a:ln>
              <a:solidFill>
                <a:srgbClr val="FFFF00"/>
              </a:solidFill>
              <a:effectLst>
                <a:outerShdw blurRad="38100" dist="25400" dir="5400000" algn="tl" rotWithShape="0">
                  <a:srgbClr val="000000">
                    <a:alpha val="43000"/>
                  </a:srgbClr>
                </a:outerShdw>
              </a:effectLst>
              <a:uLnTx/>
              <a:uFillTx/>
              <a:latin typeface="Kruti Dev 010" pitchFamily="2" charset="0"/>
              <a:ea typeface="+mj-ea"/>
              <a:cs typeface="+mj-cs"/>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05631" y="4293096"/>
            <a:ext cx="2880320" cy="227378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3548" y="3933056"/>
            <a:ext cx="2448272" cy="270892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87824" y="1628800"/>
            <a:ext cx="2611668" cy="482453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3548" y="1628800"/>
            <a:ext cx="2268252" cy="199193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1" name="Picture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05631" y="1648773"/>
            <a:ext cx="2926051" cy="230425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692696"/>
            <a:ext cx="7772400" cy="727075"/>
          </a:xfrm>
          <a:ln/>
          <a:effectLst/>
          <a:sp3d prstMaterial="plastic"/>
        </p:spPr>
        <p:txBody>
          <a:bodyPr lIns="0" tIns="0" rIns="0" bIns="0" anchor="b">
            <a:noAutofit/>
            <a:scene3d>
              <a:camera prst="orthographicFront"/>
              <a:lightRig rig="freezing" dir="t">
                <a:rot lat="0" lon="0" rev="5640000"/>
              </a:lightRig>
            </a:scene3d>
            <a:sp3d prstMaterial="flat">
              <a:bevelT w="38100" h="38100"/>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5400" i="0" u="none" strike="noStrike" kern="1200" cap="none" spc="0" normalizeH="0" baseline="0" noProof="0" dirty="0" smtClean="0">
                <a:ln w="635">
                  <a:noFill/>
                </a:ln>
                <a:solidFill>
                  <a:srgbClr val="FFFF00"/>
                </a:solidFill>
                <a:effectLst>
                  <a:outerShdw blurRad="38100" dist="25400" dir="5400000" algn="tl" rotWithShape="0">
                    <a:srgbClr val="000000">
                      <a:alpha val="43000"/>
                    </a:srgbClr>
                  </a:outerShdw>
                </a:effectLst>
                <a:uLnTx/>
                <a:uFillTx/>
                <a:latin typeface="Kruti Dev 010" pitchFamily="2" charset="0"/>
                <a:ea typeface="+mj-ea"/>
                <a:cs typeface="+mj-cs"/>
              </a:rPr>
              <a:t>rack[kqeqDr</a:t>
            </a:r>
            <a:r>
              <a:rPr kumimoji="0" lang="en-US" sz="4400" i="0" u="none" strike="noStrike" kern="1200" cap="none" spc="0" normalizeH="0" baseline="0" noProof="0" dirty="0" smtClean="0">
                <a:ln w="635">
                  <a:noFill/>
                </a:ln>
                <a:solidFill>
                  <a:srgbClr val="FFFF00"/>
                </a:solidFill>
                <a:effectLst>
                  <a:outerShdw blurRad="38100" dist="25400" dir="5400000" algn="tl" rotWithShape="0">
                    <a:srgbClr val="000000">
                      <a:alpha val="43000"/>
                    </a:srgbClr>
                  </a:outerShdw>
                </a:effectLst>
                <a:uLnTx/>
                <a:uFillTx/>
                <a:latin typeface="Kruti Dev 010" pitchFamily="2" charset="0"/>
                <a:ea typeface="+mj-ea"/>
                <a:cs typeface="+mj-cs"/>
              </a:rPr>
              <a:t> </a:t>
            </a:r>
            <a:r>
              <a:rPr kumimoji="0" lang="en-US" sz="5400" i="0" u="none" strike="noStrike" kern="1200" cap="none" spc="0" normalizeH="0" baseline="0" noProof="0" dirty="0" smtClean="0">
                <a:ln w="635">
                  <a:noFill/>
                </a:ln>
                <a:solidFill>
                  <a:srgbClr val="FFFF00"/>
                </a:solidFill>
                <a:effectLst>
                  <a:outerShdw blurRad="38100" dist="25400" dir="5400000" algn="tl" rotWithShape="0">
                    <a:srgbClr val="000000">
                      <a:alpha val="43000"/>
                    </a:srgbClr>
                  </a:outerShdw>
                </a:effectLst>
                <a:uLnTx/>
                <a:uFillTx/>
                <a:latin typeface="Kruti Dev 010" pitchFamily="2" charset="0"/>
                <a:ea typeface="+mj-ea"/>
                <a:cs typeface="+mj-cs"/>
              </a:rPr>
              <a:t>varxZr fofo/k midze </a:t>
            </a:r>
            <a:endParaRPr kumimoji="0" lang="en-IN" sz="4400" i="0" u="none" strike="noStrike" kern="1200" cap="none" spc="0" normalizeH="0" baseline="0" noProof="0" dirty="0">
              <a:ln w="635">
                <a:noFill/>
              </a:ln>
              <a:solidFill>
                <a:srgbClr val="FFFF00"/>
              </a:solidFill>
              <a:effectLst>
                <a:outerShdw blurRad="38100" dist="25400" dir="5400000" algn="tl" rotWithShape="0">
                  <a:srgbClr val="000000">
                    <a:alpha val="43000"/>
                  </a:srgbClr>
                </a:outerShdw>
              </a:effectLst>
              <a:uLnTx/>
              <a:uFillTx/>
              <a:latin typeface="Kruti Dev 010" pitchFamily="2" charset="0"/>
              <a:ea typeface="+mj-ea"/>
              <a:cs typeface="+mj-cs"/>
            </a:endParaRPr>
          </a:p>
        </p:txBody>
      </p:sp>
      <p:sp>
        <p:nvSpPr>
          <p:cNvPr id="3" name="Text Placeholder 2"/>
          <p:cNvSpPr>
            <a:spLocks noGrp="1"/>
          </p:cNvSpPr>
          <p:nvPr>
            <p:ph type="body" idx="1"/>
          </p:nvPr>
        </p:nvSpPr>
        <p:spPr>
          <a:xfrm>
            <a:off x="395536" y="1484784"/>
            <a:ext cx="8496944" cy="5157192"/>
          </a:xfrm>
        </p:spPr>
        <p:txBody>
          <a:bodyPr vert="horz" lIns="45720" rIns="45720" anchor="t"/>
          <a:lstStyle/>
          <a:p>
            <a:pPr algn="just">
              <a:lnSpc>
                <a:spcPct val="150000"/>
              </a:lnSpc>
              <a:buSzPct val="95000"/>
            </a:pPr>
            <a:r>
              <a:rPr kumimoji="0" sz="1000" b="1" kern="1200" dirty="0">
                <a:latin typeface="Kruti Dev 010" pitchFamily="2" charset="0"/>
                <a:ea typeface="+mn-ea"/>
                <a:cs typeface="+mn-cs"/>
              </a:rPr>
              <a:t>	</a:t>
            </a:r>
            <a:r>
              <a:rPr kumimoji="0" lang="" altLang="x-none" sz="1400" b="1" kern="1200" dirty="0" smtClean="0">
                <a:latin typeface="Kruti Dev 010" pitchFamily="2" charset="0"/>
                <a:ea typeface="Mangal"/>
                <a:cs typeface="+mn-cs"/>
              </a:rPr>
              <a:t>पी + एम + </a:t>
            </a:r>
            <a:r>
              <a:rPr kumimoji="0" lang="" altLang="x-none" sz="1400" b="1" kern="1200" dirty="0">
                <a:latin typeface="Kruti Dev 010" pitchFamily="2" charset="0"/>
                <a:ea typeface="Mangal"/>
                <a:cs typeface="+mn-cs"/>
              </a:rPr>
              <a:t>श्री सावित्रीबाई फुले </a:t>
            </a:r>
            <a:r>
              <a:rPr kumimoji="0" lang="" altLang="x-none" sz="1400" b="1" kern="1200" dirty="0" smtClean="0">
                <a:latin typeface="Kruti Dev 010" pitchFamily="2" charset="0"/>
                <a:ea typeface="Mangal"/>
                <a:cs typeface="+mn-cs"/>
              </a:rPr>
              <a:t>विद्यालय </a:t>
            </a:r>
            <a:r>
              <a:rPr kumimoji="0" lang="" altLang="x-none" sz="1400" b="1" kern="1200" dirty="0">
                <a:latin typeface="Kruti Dev 010" pitchFamily="2" charset="0"/>
                <a:ea typeface="Mangal"/>
                <a:cs typeface="+mn-cs"/>
              </a:rPr>
              <a:t>बाबूपेठ येथे जनजागृती रॅली, व्याख्यान व नाटकाचे आयोजनचंद्रपूर </a:t>
            </a:r>
            <a:r>
              <a:rPr kumimoji="0" lang="" altLang="x-none" sz="1400" b="1" kern="1200" dirty="0" smtClean="0">
                <a:latin typeface="Kruti Dev 010" pitchFamily="2" charset="0"/>
                <a:ea typeface="Mangal"/>
                <a:cs typeface="+mn-cs"/>
              </a:rPr>
              <a:t> </a:t>
            </a:r>
            <a:r>
              <a:rPr kumimoji="0" lang="" altLang="x-none" sz="1400" b="1" kern="1200" dirty="0">
                <a:latin typeface="Kruti Dev 010" pitchFamily="2" charset="0"/>
                <a:ea typeface="Mangal"/>
                <a:cs typeface="+mn-cs"/>
              </a:rPr>
              <a:t>चंद्रपूर शहर महानगरपालिका अंतर्गत </a:t>
            </a:r>
            <a:r>
              <a:rPr kumimoji="0" lang="" altLang="x-none" sz="1400" b="1" kern="1200" dirty="0" smtClean="0">
                <a:latin typeface="Kruti Dev 010" pitchFamily="2" charset="0"/>
                <a:ea typeface="Mangal"/>
                <a:cs typeface="+mn-cs"/>
              </a:rPr>
              <a:t>पी] एम] </a:t>
            </a:r>
            <a:r>
              <a:rPr kumimoji="0" lang="" altLang="x-none" sz="1400" b="1" kern="1200" dirty="0">
                <a:latin typeface="Kruti Dev 010" pitchFamily="2" charset="0"/>
                <a:ea typeface="Mangal"/>
                <a:cs typeface="+mn-cs"/>
              </a:rPr>
              <a:t>श्री सावित्रीबाई फुले उच्च प्राथमिक व माध्यमिक </a:t>
            </a:r>
            <a:r>
              <a:rPr kumimoji="0" lang="" altLang="x-none" sz="1400" b="1" kern="1200" dirty="0" smtClean="0">
                <a:latin typeface="Kruti Dev 010" pitchFamily="2" charset="0"/>
                <a:ea typeface="Mangal"/>
                <a:cs typeface="+mn-cs"/>
              </a:rPr>
              <a:t>विद्यालय  </a:t>
            </a:r>
            <a:r>
              <a:rPr kumimoji="0" lang="" altLang="x-none" sz="1400" b="1" kern="1200" dirty="0">
                <a:latin typeface="Kruti Dev 010" pitchFamily="2" charset="0"/>
                <a:ea typeface="Mangal"/>
                <a:cs typeface="+mn-cs"/>
              </a:rPr>
              <a:t>बाबूपेठ येथे तंबाखूमुक्त अभियान विविध उपक्रमांनी उत्साहपूर्ण वातावरणात साजरा करण्यात </a:t>
            </a:r>
            <a:r>
              <a:rPr kumimoji="0" lang="" altLang="x-none" sz="1400" b="1" kern="1200" dirty="0" smtClean="0">
                <a:latin typeface="Kruti Dev 010" pitchFamily="2" charset="0"/>
                <a:ea typeface="Mangal"/>
                <a:cs typeface="+mn-cs"/>
              </a:rPr>
              <a:t>आला +कार्यक्रमाची </a:t>
            </a:r>
            <a:r>
              <a:rPr kumimoji="0" lang="" altLang="x-none" sz="1400" b="1" kern="1200" dirty="0">
                <a:latin typeface="Kruti Dev 010" pitchFamily="2" charset="0"/>
                <a:ea typeface="Mangal"/>
                <a:cs typeface="+mn-cs"/>
              </a:rPr>
              <a:t>सुरुवात शाळेचे मुख्याध्यापक श्री. शिवलाल इरपाते व प्रमुख पाहुणे </a:t>
            </a:r>
            <a:r>
              <a:rPr kumimoji="0" lang="" altLang="x-none" sz="1400" b="1" kern="1200" dirty="0" smtClean="0">
                <a:latin typeface="Kruti Dev 010" pitchFamily="2" charset="0"/>
                <a:ea typeface="Mangal"/>
                <a:cs typeface="+mn-cs"/>
              </a:rPr>
              <a:t>डॉ + सिमला </a:t>
            </a:r>
            <a:r>
              <a:rPr kumimoji="0" lang="" altLang="x-none" sz="1400" b="1" kern="1200" dirty="0">
                <a:latin typeface="Kruti Dev 010" pitchFamily="2" charset="0"/>
                <a:ea typeface="Mangal"/>
                <a:cs typeface="+mn-cs"/>
              </a:rPr>
              <a:t>गजर्लावार यांच्या हस्ते सावित्रीबाई फुले यांच्या प्रतिमेला पुष्पहार अर्पण करून करण्यात आली.या उपक्रमांतर्गत शाळेतील विद्यार्थ्यांनी बाबूपेठ परिसरात जनजागृती रॅली काढून तंबाखू सेवन व धूम्रपान विरोधी घोषणा देत नागरिकांमध्ये जनजागृती केली. त्यानंतर प्रमुख पाहुणे डॉ.सिमला गजर्लावार यांनी तंबाखू सेवनाचे दुष्परिणाम याविषयी मार्गदर्शन करत विद्यार्थ्यांना आरोग्याचे महत्त्व पटवून दिले. त्यांनी तंबाखूमुळे होणारे गंभीर आजार, कर्करोगाचा धोका व व्यसनापासून दूर राहण्याचे मार्ग याविषयी सविस्तर माहिती दिली.यावेळी इयत्ता सहावीच्या विद्यार्थ्यांनी तंबाखू विरोधी संदेश देणारे नाटक सादर करून उपस्थितांना विचार करायला भाग </a:t>
            </a:r>
            <a:r>
              <a:rPr kumimoji="0" lang="" altLang="x-none" sz="1400" b="1" kern="1200" dirty="0" smtClean="0">
                <a:latin typeface="Kruti Dev 010" pitchFamily="2" charset="0"/>
                <a:ea typeface="Mangal"/>
                <a:cs typeface="+mn-cs"/>
              </a:rPr>
              <a:t>पाडले + </a:t>
            </a:r>
            <a:r>
              <a:rPr kumimoji="0" lang="" altLang="x-none" sz="1400" b="1" kern="1200" dirty="0">
                <a:latin typeface="Kruti Dev 010" pitchFamily="2" charset="0"/>
                <a:ea typeface="Mangal"/>
                <a:cs typeface="+mn-cs"/>
              </a:rPr>
              <a:t>या नाटकातून तंबाखू सेवनामुळे होणारे शारीरिक, मानसिक व आर्थिक नुकसान प्रभावीपणे मांडण्यात आले.कार्यक्रमात शाळेच्या शिक्षिका </a:t>
            </a:r>
            <a:r>
              <a:rPr kumimoji="0" lang="" altLang="x-none" sz="1400" b="1" kern="1200" dirty="0" smtClean="0">
                <a:latin typeface="Kruti Dev 010" pitchFamily="2" charset="0"/>
                <a:ea typeface="Mangal"/>
                <a:cs typeface="+mn-cs"/>
              </a:rPr>
              <a:t>सौ + </a:t>
            </a:r>
            <a:r>
              <a:rPr kumimoji="0" lang="" altLang="x-none" sz="1400" b="1" kern="1200" dirty="0">
                <a:latin typeface="Kruti Dev 010" pitchFamily="2" charset="0"/>
                <a:ea typeface="Mangal"/>
                <a:cs typeface="+mn-cs"/>
              </a:rPr>
              <a:t>उमा कुकुडपवार मॅडम यांची विशेष उपस्थिती लाभली. कार्यक्रमाचे सूत्रसंचालन शाळेतील शिक्षिका </a:t>
            </a:r>
            <a:r>
              <a:rPr kumimoji="0" lang="" altLang="x-none" sz="1400" b="1" kern="1200" dirty="0" smtClean="0">
                <a:latin typeface="Kruti Dev 010" pitchFamily="2" charset="0"/>
                <a:ea typeface="Mangal"/>
                <a:cs typeface="+mn-cs"/>
              </a:rPr>
              <a:t>कु + </a:t>
            </a:r>
            <a:r>
              <a:rPr kumimoji="0" lang="" altLang="x-none" sz="1400" b="1" kern="1200" dirty="0">
                <a:latin typeface="Kruti Dev 010" pitchFamily="2" charset="0"/>
                <a:ea typeface="Mangal"/>
                <a:cs typeface="+mn-cs"/>
              </a:rPr>
              <a:t>प्रणिता देशमुख मॅडम यांनी केले, तर आभार प्रदर्शन </a:t>
            </a:r>
            <a:r>
              <a:rPr kumimoji="0" lang="" altLang="x-none" sz="1400" b="1" kern="1200" dirty="0" smtClean="0">
                <a:latin typeface="Kruti Dev 010" pitchFamily="2" charset="0"/>
                <a:ea typeface="Mangal"/>
                <a:cs typeface="+mn-cs"/>
              </a:rPr>
              <a:t>कु + </a:t>
            </a:r>
            <a:r>
              <a:rPr kumimoji="0" lang="" altLang="x-none" sz="1400" b="1" kern="1200" dirty="0">
                <a:latin typeface="Kruti Dev 010" pitchFamily="2" charset="0"/>
                <a:ea typeface="Mangal"/>
                <a:cs typeface="+mn-cs"/>
              </a:rPr>
              <a:t>प्रतीक्षा पाटील मॅडम  यांनी </a:t>
            </a:r>
            <a:r>
              <a:rPr kumimoji="0" lang="" altLang="x-none" sz="1400" b="1" kern="1200" dirty="0" smtClean="0">
                <a:latin typeface="Kruti Dev 010" pitchFamily="2" charset="0"/>
                <a:ea typeface="Mangal"/>
                <a:cs typeface="+mn-cs"/>
              </a:rPr>
              <a:t>केले  +मुख्याध्यापकांच्या </a:t>
            </a:r>
            <a:r>
              <a:rPr kumimoji="0" lang="" altLang="x-none" sz="1400" b="1" kern="1200" dirty="0">
                <a:latin typeface="Kruti Dev 010" pitchFamily="2" charset="0"/>
                <a:ea typeface="Mangal"/>
                <a:cs typeface="+mn-cs"/>
              </a:rPr>
              <a:t>वतीने प्रमुख वक्त्यांचा सन्मानचिन्ह व रोपटे देऊन सत्कार करण्यात आला. तसेच या कार्यक्रमाला पालकांचीही उपस्थिती लाभली.अशा विविध उपक्रमांद्वारे शाळेत तंबाखूमुक्त अभियान यशस्वीरीत्या साजरा करण्यात आला. कार्यक्रमासाठी </a:t>
            </a:r>
            <a:r>
              <a:rPr kumimoji="0" lang="" altLang="x-none" sz="1400" b="1" kern="1200" dirty="0" smtClean="0">
                <a:latin typeface="Kruti Dev 010" pitchFamily="2" charset="0"/>
                <a:ea typeface="Mangal"/>
                <a:cs typeface="+mn-cs"/>
              </a:rPr>
              <a:t>शिक्षकवृंद] </a:t>
            </a:r>
            <a:r>
              <a:rPr kumimoji="0" lang="" altLang="x-none" sz="1400" b="1" kern="1200" dirty="0">
                <a:latin typeface="Kruti Dev 010" pitchFamily="2" charset="0"/>
                <a:ea typeface="Mangal"/>
                <a:cs typeface="+mn-cs"/>
              </a:rPr>
              <a:t>विद्यार्थी व पालकांनी उत्स्फूर्त सहभाग नोंदविला.</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9552" y="692696"/>
            <a:ext cx="7851648" cy="864096"/>
          </a:xfrm>
          <a:ln/>
          <a:effectLst/>
          <a:sp3d prstMaterial="plastic"/>
        </p:spPr>
        <p:txBody>
          <a:bodyPr lIns="0" tIns="0" rIns="18288" bIns="0" anchor="b">
            <a:normAutofit/>
            <a:scene3d>
              <a:camera prst="orthographicFront"/>
              <a:lightRig rig="freezing" dir="t">
                <a:rot lat="0" lon="0" rev="5640000"/>
              </a:lightRig>
            </a:scene3d>
            <a:sp3d prstMaterial="flat">
              <a:bevelT w="38100" h="38100"/>
              <a:contourClr>
                <a:schemeClr val="tx2"/>
              </a:contourClr>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5600" b="1" i="0" u="none" strike="noStrike" kern="1200" cap="none" spc="0" normalizeH="0" baseline="0" noProof="0" dirty="0" smtClean="0">
                <a:ln>
                  <a:noFill/>
                </a:ln>
                <a:solidFill>
                  <a:srgbClr val="FFFF00"/>
                </a:solidFill>
                <a:effectLst>
                  <a:outerShdw blurRad="38100" dist="25400" dir="5400000" algn="tl" rotWithShape="0">
                    <a:srgbClr val="000000">
                      <a:alpha val="43000"/>
                    </a:srgbClr>
                  </a:outerShdw>
                </a:effectLst>
                <a:uLnTx/>
                <a:uFillTx/>
                <a:latin typeface="Kruti Dev 010" pitchFamily="2" charset="0"/>
                <a:ea typeface="+mj-ea"/>
                <a:cs typeface="+mj-cs"/>
              </a:rPr>
              <a:t>2 + </a:t>
            </a:r>
            <a:r>
              <a:rPr kumimoji="0" lang="en-US" sz="5600" b="1" i="0" u="none" strike="noStrike" kern="1200" cap="none" spc="0" normalizeH="0" baseline="0" noProof="0" dirty="0" err="1" smtClean="0">
                <a:ln>
                  <a:noFill/>
                </a:ln>
                <a:solidFill>
                  <a:srgbClr val="FFFF00"/>
                </a:solidFill>
                <a:effectLst>
                  <a:outerShdw blurRad="38100" dist="25400" dir="5400000" algn="tl" rotWithShape="0">
                    <a:srgbClr val="000000">
                      <a:alpha val="43000"/>
                    </a:srgbClr>
                  </a:outerShdw>
                </a:effectLst>
                <a:uLnTx/>
                <a:uFillTx/>
                <a:latin typeface="Kruti Dev 010" pitchFamily="2" charset="0"/>
                <a:ea typeface="+mj-ea"/>
                <a:cs typeface="+mj-cs"/>
              </a:rPr>
              <a:t>i;kZoj.k</a:t>
            </a:r>
            <a:r>
              <a:rPr kumimoji="0" lang="en-US" sz="5600" b="1" i="0" u="none" strike="noStrike" kern="1200" cap="none" spc="0" normalizeH="0" baseline="0" noProof="0" dirty="0" smtClean="0">
                <a:ln>
                  <a:noFill/>
                </a:ln>
                <a:solidFill>
                  <a:srgbClr val="FFFF00"/>
                </a:solidFill>
                <a:effectLst>
                  <a:outerShdw blurRad="38100" dist="25400" dir="5400000" algn="tl" rotWithShape="0">
                    <a:srgbClr val="000000">
                      <a:alpha val="43000"/>
                    </a:srgbClr>
                  </a:outerShdw>
                </a:effectLst>
                <a:uLnTx/>
                <a:uFillTx/>
                <a:latin typeface="Kruti Dev 010" pitchFamily="2" charset="0"/>
                <a:ea typeface="+mj-ea"/>
                <a:cs typeface="+mj-cs"/>
              </a:rPr>
              <a:t> </a:t>
            </a:r>
            <a:r>
              <a:rPr kumimoji="0" lang="en-US" sz="5600" b="1" i="0" u="none" strike="noStrike" kern="1200" cap="none" spc="0" normalizeH="0" baseline="0" noProof="0" dirty="0" err="1" smtClean="0">
                <a:ln>
                  <a:noFill/>
                </a:ln>
                <a:solidFill>
                  <a:srgbClr val="FFFF00"/>
                </a:solidFill>
                <a:effectLst>
                  <a:outerShdw blurRad="38100" dist="25400" dir="5400000" algn="tl" rotWithShape="0">
                    <a:srgbClr val="000000">
                      <a:alpha val="43000"/>
                    </a:srgbClr>
                  </a:outerShdw>
                </a:effectLst>
                <a:uLnTx/>
                <a:uFillTx/>
                <a:latin typeface="Kruti Dev 010" pitchFamily="2" charset="0"/>
                <a:ea typeface="+mj-ea"/>
                <a:cs typeface="+mj-cs"/>
              </a:rPr>
              <a:t>fo’k;koj</a:t>
            </a:r>
            <a:r>
              <a:rPr kumimoji="0" lang="en-US" sz="5600" b="1" i="0" u="none" strike="noStrike" kern="1200" cap="none" spc="0" normalizeH="0" baseline="0" noProof="0" dirty="0" smtClean="0">
                <a:ln>
                  <a:noFill/>
                </a:ln>
                <a:solidFill>
                  <a:srgbClr val="FFFF00"/>
                </a:solidFill>
                <a:effectLst>
                  <a:outerShdw blurRad="38100" dist="25400" dir="5400000" algn="tl" rotWithShape="0">
                    <a:srgbClr val="000000">
                      <a:alpha val="43000"/>
                    </a:srgbClr>
                  </a:outerShdw>
                </a:effectLst>
                <a:uLnTx/>
                <a:uFillTx/>
                <a:latin typeface="Kruti Dev 010" pitchFamily="2" charset="0"/>
                <a:ea typeface="+mj-ea"/>
                <a:cs typeface="+mj-cs"/>
              </a:rPr>
              <a:t> </a:t>
            </a:r>
            <a:r>
              <a:rPr kumimoji="0" lang="en-US" sz="5600" b="1" i="0" u="none" strike="noStrike" kern="1200" cap="none" spc="0" normalizeH="0" baseline="0" noProof="0" dirty="0" err="1" smtClean="0">
                <a:ln>
                  <a:noFill/>
                </a:ln>
                <a:solidFill>
                  <a:srgbClr val="FFFF00"/>
                </a:solidFill>
                <a:effectLst>
                  <a:outerShdw blurRad="38100" dist="25400" dir="5400000" algn="tl" rotWithShape="0">
                    <a:srgbClr val="000000">
                      <a:alpha val="43000"/>
                    </a:srgbClr>
                  </a:outerShdw>
                </a:effectLst>
                <a:uLnTx/>
                <a:uFillTx/>
                <a:latin typeface="Kruti Dev 010" pitchFamily="2" charset="0"/>
                <a:ea typeface="+mj-ea"/>
                <a:cs typeface="+mj-cs"/>
              </a:rPr>
              <a:t>ekXkZn”kZu</a:t>
            </a:r>
            <a:endParaRPr kumimoji="0" lang="en-IN" sz="5600" b="1" i="0" u="none" strike="noStrike" kern="1200" cap="none" spc="0" normalizeH="0" baseline="0" noProof="0" dirty="0">
              <a:ln>
                <a:noFill/>
              </a:ln>
              <a:solidFill>
                <a:srgbClr val="FFFF00"/>
              </a:solidFill>
              <a:effectLst>
                <a:outerShdw blurRad="38100" dist="25400" dir="5400000" algn="tl" rotWithShape="0">
                  <a:srgbClr val="000000">
                    <a:alpha val="43000"/>
                  </a:srgbClr>
                </a:outerShdw>
              </a:effectLst>
              <a:uLnTx/>
              <a:uFillTx/>
              <a:latin typeface="Kruti Dev 010" pitchFamily="2" charset="0"/>
              <a:ea typeface="+mj-ea"/>
              <a:cs typeface="+mj-cs"/>
            </a:endParaRPr>
          </a:p>
        </p:txBody>
      </p:sp>
      <p:sp>
        <p:nvSpPr>
          <p:cNvPr id="9219" name="Subtitle 2"/>
          <p:cNvSpPr>
            <a:spLocks noGrp="1"/>
          </p:cNvSpPr>
          <p:nvPr>
            <p:ph type="subTitle" idx="1"/>
          </p:nvPr>
        </p:nvSpPr>
        <p:spPr>
          <a:xfrm>
            <a:off x="539552" y="1556792"/>
            <a:ext cx="8207375" cy="5112568"/>
          </a:xfrm>
          <a:ln/>
        </p:spPr>
        <p:txBody>
          <a:bodyPr vert="horz" wrap="square" lIns="0" rIns="18288" anchor="t" anchorCtr="0"/>
          <a:lstStyle/>
          <a:p>
            <a:pPr marR="0" algn="just">
              <a:lnSpc>
                <a:spcPct val="150000"/>
              </a:lnSpc>
              <a:buClr>
                <a:srgbClr val="B5AE53"/>
              </a:buClr>
              <a:buSzPct val="95000"/>
              <a:buFont typeface="Wingdings 2" panose="05020102010507070707" pitchFamily="18" charset="2"/>
            </a:pPr>
            <a:r>
              <a:rPr kumimoji="0" sz="1400" b="1" kern="1200" dirty="0">
                <a:latin typeface="Kruti Dev 010" pitchFamily="2" charset="0"/>
                <a:ea typeface="+mn-ea"/>
                <a:cs typeface="+mn-cs"/>
              </a:rPr>
              <a:t>	</a:t>
            </a:r>
            <a:r>
              <a:rPr kumimoji="0" lang="" altLang="x-none" sz="1300" b="1" kern="1200" dirty="0">
                <a:latin typeface="Kruti Dev 010" pitchFamily="2" charset="0"/>
                <a:ea typeface="Mangal"/>
                <a:cs typeface="+mn-cs"/>
              </a:rPr>
              <a:t>पर्यावरण विषयावर मार्गदर्शन कार्यक्रम उत्साहात </a:t>
            </a:r>
            <a:r>
              <a:rPr kumimoji="0" lang="" altLang="x-none" sz="1300" b="1" kern="1200" dirty="0" smtClean="0">
                <a:latin typeface="Kruti Dev 010" pitchFamily="2" charset="0"/>
                <a:ea typeface="Mangal"/>
                <a:cs typeface="+mn-cs"/>
              </a:rPr>
              <a:t>संपन्न पी +एम +श्री </a:t>
            </a:r>
            <a:r>
              <a:rPr kumimoji="0" lang="" altLang="x-none" sz="1300" b="1" kern="1200" dirty="0">
                <a:latin typeface="Kruti Dev 010" pitchFamily="2" charset="0"/>
                <a:ea typeface="Mangal"/>
                <a:cs typeface="+mn-cs"/>
              </a:rPr>
              <a:t>सावित्रीबाई फुले उच्च प्राथमिक व माध्यमिक </a:t>
            </a:r>
            <a:r>
              <a:rPr kumimoji="0" lang="" altLang="x-none" sz="1300" b="1" kern="1200" dirty="0" smtClean="0">
                <a:latin typeface="Kruti Dev 010" pitchFamily="2" charset="0"/>
                <a:ea typeface="Mangal"/>
                <a:cs typeface="+mn-cs"/>
              </a:rPr>
              <a:t>विद्यालय</a:t>
            </a:r>
            <a:r>
              <a:rPr lang="" altLang="x-none" sz="1300" b="1" dirty="0">
                <a:latin typeface="Kruti Dev 010" pitchFamily="2" charset="0"/>
                <a:ea typeface="Mangal"/>
              </a:rPr>
              <a:t> </a:t>
            </a:r>
            <a:r>
              <a:rPr lang="" altLang="x-none" sz="1300" b="1" dirty="0" smtClean="0">
                <a:latin typeface="Kruti Dev 010" pitchFamily="2" charset="0"/>
                <a:ea typeface="Mangal"/>
              </a:rPr>
              <a:t>]</a:t>
            </a:r>
            <a:r>
              <a:rPr kumimoji="0" lang="" altLang="x-none" sz="1300" b="1" kern="1200" dirty="0" smtClean="0">
                <a:latin typeface="Kruti Dev 010" pitchFamily="2" charset="0"/>
                <a:ea typeface="Mangal"/>
                <a:cs typeface="+mn-cs"/>
              </a:rPr>
              <a:t> </a:t>
            </a:r>
            <a:r>
              <a:rPr kumimoji="0" lang="" altLang="x-none" sz="1300" b="1" kern="1200" dirty="0">
                <a:latin typeface="Kruti Dev 010" pitchFamily="2" charset="0"/>
                <a:ea typeface="Mangal"/>
                <a:cs typeface="+mn-cs"/>
              </a:rPr>
              <a:t>बाबूपेठ येथे </a:t>
            </a:r>
            <a:r>
              <a:rPr kumimoji="0" lang="" altLang="x-none" sz="1300" b="1" kern="1200" dirty="0" smtClean="0">
                <a:latin typeface="Kruti Dev 010" pitchFamily="2" charset="0"/>
                <a:ea typeface="Mangal"/>
                <a:cs typeface="+mn-cs"/>
              </a:rPr>
              <a:t>पर्यावरण </a:t>
            </a:r>
            <a:r>
              <a:rPr kumimoji="0" lang="" altLang="x-none" sz="1300" b="1" kern="1200" dirty="0">
                <a:latin typeface="Kruti Dev 010" pitchFamily="2" charset="0"/>
                <a:ea typeface="Mangal"/>
                <a:cs typeface="+mn-cs"/>
              </a:rPr>
              <a:t>विषयावर </a:t>
            </a:r>
            <a:r>
              <a:rPr kumimoji="0" lang="" altLang="x-none" sz="1300" b="1" kern="1200" dirty="0" smtClean="0">
                <a:latin typeface="Kruti Dev 010" pitchFamily="2" charset="0"/>
                <a:ea typeface="Mangal"/>
                <a:cs typeface="+mn-cs"/>
              </a:rPr>
              <a:t>मार्गदर्शन  </a:t>
            </a:r>
            <a:r>
              <a:rPr kumimoji="0" lang="" altLang="x-none" sz="1300" b="1" kern="1200" dirty="0">
                <a:latin typeface="Kruti Dev 010" pitchFamily="2" charset="0"/>
                <a:ea typeface="Mangal"/>
                <a:cs typeface="+mn-cs"/>
              </a:rPr>
              <a:t>हा कार्यक्रम उत्साहपूर्ण वातावरणात पार </a:t>
            </a:r>
            <a:r>
              <a:rPr kumimoji="0" lang="" altLang="x-none" sz="1300" b="1" kern="1200" dirty="0" smtClean="0">
                <a:latin typeface="Kruti Dev 010" pitchFamily="2" charset="0"/>
                <a:ea typeface="Mangal"/>
                <a:cs typeface="+mn-cs"/>
              </a:rPr>
              <a:t>पडला + </a:t>
            </a:r>
            <a:r>
              <a:rPr kumimoji="0" lang="" altLang="x-none" sz="1300" b="1" kern="1200" dirty="0">
                <a:latin typeface="Kruti Dev 010" pitchFamily="2" charset="0"/>
                <a:ea typeface="Mangal"/>
                <a:cs typeface="+mn-cs"/>
              </a:rPr>
              <a:t>या कार्यक्रमासाठी इको प्रो </a:t>
            </a:r>
            <a:r>
              <a:rPr kumimoji="0" lang="" altLang="x-none" sz="1300" b="1" kern="1200" dirty="0" smtClean="0">
                <a:latin typeface="Kruti Dev 010" pitchFamily="2" charset="0"/>
                <a:ea typeface="Mangal"/>
                <a:cs typeface="+mn-cs"/>
              </a:rPr>
              <a:t>संघटना ] </a:t>
            </a:r>
            <a:r>
              <a:rPr kumimoji="0" lang="" altLang="x-none" sz="1300" b="1" kern="1200" dirty="0">
                <a:latin typeface="Kruti Dev 010" pitchFamily="2" charset="0"/>
                <a:ea typeface="Mangal"/>
                <a:cs typeface="+mn-cs"/>
              </a:rPr>
              <a:t>चंद्रपूरचे अध्यक्ष व प्रसिद्ध पर्यावरणप्रेमी </a:t>
            </a:r>
            <a:r>
              <a:rPr kumimoji="0" lang="" altLang="x-none" sz="1300" b="1" kern="1200" dirty="0" smtClean="0">
                <a:latin typeface="Kruti Dev 010" pitchFamily="2" charset="0"/>
                <a:ea typeface="Mangal"/>
                <a:cs typeface="+mn-cs"/>
              </a:rPr>
              <a:t>श्री + </a:t>
            </a:r>
            <a:r>
              <a:rPr kumimoji="0" lang="" altLang="x-none" sz="1300" b="1" kern="1200" dirty="0">
                <a:latin typeface="Kruti Dev 010" pitchFamily="2" charset="0"/>
                <a:ea typeface="Mangal"/>
                <a:cs typeface="+mn-cs"/>
              </a:rPr>
              <a:t>बंडूभाऊ धोत्रे हे प्रमुख वक्ते म्हणून लाभले </a:t>
            </a:r>
            <a:r>
              <a:rPr kumimoji="0" lang="" altLang="x-none" sz="1300" b="1" kern="1200" dirty="0" smtClean="0">
                <a:latin typeface="Kruti Dev 010" pitchFamily="2" charset="0"/>
                <a:ea typeface="Mangal"/>
                <a:cs typeface="+mn-cs"/>
              </a:rPr>
              <a:t>होते + </a:t>
            </a:r>
            <a:r>
              <a:rPr kumimoji="0" lang="" altLang="x-none" sz="1300" b="1" kern="1200" dirty="0">
                <a:latin typeface="Kruti Dev 010" pitchFamily="2" charset="0"/>
                <a:ea typeface="Mangal"/>
                <a:cs typeface="+mn-cs"/>
              </a:rPr>
              <a:t>त्यांनी विद्यार्थ्यांना पर्यावरण संरक्षणाचे महत्त्व अतिशय सोप्या व प्रभावी शब्दांत समजावून सांगितले.कार्यक्रमाला शाळेचे मुख्याध्यापक </a:t>
            </a:r>
            <a:r>
              <a:rPr kumimoji="0" lang="" altLang="x-none" sz="1300" b="1" kern="1200" dirty="0" smtClean="0">
                <a:latin typeface="Kruti Dev 010" pitchFamily="2" charset="0"/>
                <a:ea typeface="Mangal"/>
                <a:cs typeface="+mn-cs"/>
              </a:rPr>
              <a:t>श्री + </a:t>
            </a:r>
            <a:r>
              <a:rPr kumimoji="0" lang="" altLang="x-none" sz="1300" b="1" kern="1200" dirty="0">
                <a:latin typeface="Kruti Dev 010" pitchFamily="2" charset="0"/>
                <a:ea typeface="Mangal"/>
                <a:cs typeface="+mn-cs"/>
              </a:rPr>
              <a:t>शिवलाल इरपाते </a:t>
            </a:r>
            <a:r>
              <a:rPr kumimoji="0" lang="" altLang="x-none" sz="1300" b="1" kern="1200" dirty="0" smtClean="0">
                <a:latin typeface="Kruti Dev 010" pitchFamily="2" charset="0"/>
                <a:ea typeface="Mangal"/>
                <a:cs typeface="+mn-cs"/>
              </a:rPr>
              <a:t>सर ] सौ + </a:t>
            </a:r>
            <a:r>
              <a:rPr kumimoji="0" lang="" altLang="x-none" sz="1300" b="1" kern="1200" dirty="0">
                <a:latin typeface="Kruti Dev 010" pitchFamily="2" charset="0"/>
                <a:ea typeface="Mangal"/>
                <a:cs typeface="+mn-cs"/>
              </a:rPr>
              <a:t>उमा कुकुडपवार मॅडम व </a:t>
            </a:r>
            <a:r>
              <a:rPr kumimoji="0" lang="" altLang="x-none" sz="1300" b="1" kern="1200" dirty="0" smtClean="0">
                <a:latin typeface="Kruti Dev 010" pitchFamily="2" charset="0"/>
                <a:ea typeface="Mangal"/>
                <a:cs typeface="+mn-cs"/>
              </a:rPr>
              <a:t>श्री + </a:t>
            </a:r>
            <a:r>
              <a:rPr kumimoji="0" lang="" altLang="x-none" sz="1300" b="1" kern="1200" dirty="0">
                <a:latin typeface="Kruti Dev 010" pitchFamily="2" charset="0"/>
                <a:ea typeface="Mangal"/>
                <a:cs typeface="+mn-cs"/>
              </a:rPr>
              <a:t>भास्कर गेडाम सर यांची प्रमुख उपस्थिती </a:t>
            </a:r>
            <a:r>
              <a:rPr kumimoji="0" lang="" altLang="x-none" sz="1300" b="1" kern="1200" dirty="0" smtClean="0">
                <a:latin typeface="Kruti Dev 010" pitchFamily="2" charset="0"/>
                <a:ea typeface="Mangal"/>
                <a:cs typeface="+mn-cs"/>
              </a:rPr>
              <a:t>लाभली </a:t>
            </a:r>
            <a:r>
              <a:rPr kumimoji="0" lang="" altLang="x-none" sz="1300" b="1" kern="1200" dirty="0">
                <a:latin typeface="Kruti Dev 010" pitchFamily="2" charset="0"/>
                <a:ea typeface="Mangal"/>
                <a:cs typeface="+mn-cs"/>
              </a:rPr>
              <a:t>तसेच </a:t>
            </a:r>
            <a:r>
              <a:rPr kumimoji="0" lang="" altLang="x-none" sz="1300" b="1" kern="1200" dirty="0" smtClean="0">
                <a:latin typeface="Kruti Dev 010" pitchFamily="2" charset="0"/>
                <a:ea typeface="Mangal"/>
                <a:cs typeface="+mn-cs"/>
              </a:rPr>
              <a:t>श्री + </a:t>
            </a:r>
            <a:r>
              <a:rPr kumimoji="0" lang="" altLang="x-none" sz="1300" b="1" kern="1200" dirty="0">
                <a:latin typeface="Kruti Dev 010" pitchFamily="2" charset="0"/>
                <a:ea typeface="Mangal"/>
                <a:cs typeface="+mn-cs"/>
              </a:rPr>
              <a:t>जोगेश्वर मोहरे </a:t>
            </a:r>
            <a:r>
              <a:rPr kumimoji="0" lang="" altLang="x-none" sz="1300" b="1" kern="1200" dirty="0" smtClean="0">
                <a:latin typeface="Kruti Dev 010" pitchFamily="2" charset="0"/>
                <a:ea typeface="Mangal"/>
                <a:cs typeface="+mn-cs"/>
              </a:rPr>
              <a:t>सर ] सौ + </a:t>
            </a:r>
            <a:r>
              <a:rPr kumimoji="0" lang="" altLang="x-none" sz="1300" b="1" kern="1200" dirty="0">
                <a:latin typeface="Kruti Dev 010" pitchFamily="2" charset="0"/>
                <a:ea typeface="Mangal"/>
                <a:cs typeface="+mn-cs"/>
              </a:rPr>
              <a:t>सोनाली कासुलकर मॅडम व </a:t>
            </a:r>
            <a:r>
              <a:rPr kumimoji="0" lang="" altLang="x-none" sz="1300" b="1" kern="1200" dirty="0" smtClean="0">
                <a:latin typeface="Kruti Dev 010" pitchFamily="2" charset="0"/>
                <a:ea typeface="Mangal"/>
                <a:cs typeface="+mn-cs"/>
              </a:rPr>
              <a:t>श्री + </a:t>
            </a:r>
            <a:r>
              <a:rPr kumimoji="0" lang="" altLang="x-none" sz="1300" b="1" kern="1200" dirty="0">
                <a:latin typeface="Kruti Dev 010" pitchFamily="2" charset="0"/>
                <a:ea typeface="Mangal"/>
                <a:cs typeface="+mn-cs"/>
              </a:rPr>
              <a:t>विजय खोके सर यांचीही उपस्थिती होती.कार्यक्रमादरम्यान प्रमुख वक्ते </a:t>
            </a:r>
            <a:r>
              <a:rPr kumimoji="0" lang="" altLang="x-none" sz="1300" b="1" kern="1200" dirty="0" smtClean="0">
                <a:latin typeface="Kruti Dev 010" pitchFamily="2" charset="0"/>
                <a:ea typeface="Mangal"/>
                <a:cs typeface="+mn-cs"/>
              </a:rPr>
              <a:t>श्री +बंडू </a:t>
            </a:r>
            <a:r>
              <a:rPr kumimoji="0" lang="" altLang="x-none" sz="1300" b="1" kern="1200" dirty="0">
                <a:latin typeface="Kruti Dev 010" pitchFamily="2" charset="0"/>
                <a:ea typeface="Mangal"/>
                <a:cs typeface="+mn-cs"/>
              </a:rPr>
              <a:t>धोत्रे यांनी पर्यावरण संरक्षण, वृक्षारोपणाचे महत्त्व, पाणी बचतीची गरज, प्रदूषण नियंत्रण, प्लास्टिकमुक्त </a:t>
            </a:r>
            <a:r>
              <a:rPr kumimoji="0" lang="" altLang="x-none" sz="1300" b="1" kern="1200" dirty="0" smtClean="0">
                <a:latin typeface="Kruti Dev 010" pitchFamily="2" charset="0"/>
                <a:ea typeface="Mangal"/>
                <a:cs typeface="+mn-cs"/>
              </a:rPr>
              <a:t>परिसर ] </a:t>
            </a:r>
            <a:r>
              <a:rPr kumimoji="0" lang="" altLang="x-none" sz="1300" b="1" kern="1200" dirty="0">
                <a:latin typeface="Kruti Dev 010" pitchFamily="2" charset="0"/>
                <a:ea typeface="Mangal"/>
                <a:cs typeface="+mn-cs"/>
              </a:rPr>
              <a:t>वन्यजीव संरक्षण आदी विषयांवर विद्यार्थ्यांना मार्गदर्शन </a:t>
            </a:r>
            <a:r>
              <a:rPr kumimoji="0" lang="" altLang="x-none" sz="1300" b="1" kern="1200" dirty="0" smtClean="0">
                <a:latin typeface="Kruti Dev 010" pitchFamily="2" charset="0"/>
                <a:ea typeface="Mangal"/>
                <a:cs typeface="+mn-cs"/>
              </a:rPr>
              <a:t>केले + </a:t>
            </a:r>
            <a:r>
              <a:rPr kumimoji="0" lang="" altLang="x-none" sz="1300" b="1" kern="1200" dirty="0">
                <a:latin typeface="Kruti Dev 010" pitchFamily="2" charset="0"/>
                <a:ea typeface="Mangal"/>
                <a:cs typeface="+mn-cs"/>
              </a:rPr>
              <a:t>त्यांनी “आजचा विद्यार्थी हा उद्याचा जबाबदार नागरिक </a:t>
            </a:r>
            <a:r>
              <a:rPr kumimoji="0" lang="" altLang="x-none" sz="1300" b="1" kern="1200" dirty="0" smtClean="0">
                <a:latin typeface="Kruti Dev 010" pitchFamily="2" charset="0"/>
                <a:ea typeface="Mangal"/>
                <a:cs typeface="+mn-cs"/>
              </a:rPr>
              <a:t>आहे + </a:t>
            </a:r>
            <a:r>
              <a:rPr kumimoji="0" lang="" altLang="x-none" sz="1300" b="1" kern="1200" dirty="0">
                <a:latin typeface="Kruti Dev 010" pitchFamily="2" charset="0"/>
                <a:ea typeface="Mangal"/>
                <a:cs typeface="+mn-cs"/>
              </a:rPr>
              <a:t>त्यामुळे पर्यावरण संरक्षणाची जबाबदारी प्रत्येकाने स्वीकारली पाहिजे” असा प्रेरणादायी संदेश दिला.कार्यक्रमात इयत्ता सहावीच्या विद्यार्थ्यांनी पर्यावरण विषयावर आधारित सामाजिक संदेश देणारी नाटिका सादर केली. या नाटिकेमधून </a:t>
            </a:r>
            <a:r>
              <a:rPr kumimoji="0" lang="" altLang="x-none" sz="1300" b="1" kern="1200" dirty="0" smtClean="0">
                <a:latin typeface="Kruti Dev 010" pitchFamily="2" charset="0"/>
                <a:ea typeface="Mangal"/>
                <a:cs typeface="+mn-cs"/>
              </a:rPr>
              <a:t>वृक्षतोड ] </a:t>
            </a:r>
            <a:r>
              <a:rPr kumimoji="0" lang="" altLang="x-none" sz="1300" b="1" kern="1200" dirty="0">
                <a:latin typeface="Kruti Dev 010" pitchFamily="2" charset="0"/>
                <a:ea typeface="Mangal"/>
                <a:cs typeface="+mn-cs"/>
              </a:rPr>
              <a:t>प्रदूषण व पाणी वाया घालवणे याचे दुष्परिणाम प्रभावीपणे मांडण्यात आले. त्याचप्रमाणे प्राथमिक विभागातील विद्यार्थ्यांनी पर्यावरण संरक्षणावर आधारित सुंदर नृत्य सादर करून उपस्थितांची मने जिंकली. विद्यार्थ्यांनी कार्यक्रमाला उत्स्फूर्त प्रतिसाद दिला.या कार्यक्रमामुळे विद्यार्थ्यांमध्ये पर्यावरणाबद्दल जागरूकता निर्माण होण्यास मोठी मदत </a:t>
            </a:r>
            <a:r>
              <a:rPr kumimoji="0" lang="" altLang="x-none" sz="1300" b="1" kern="1200" dirty="0" smtClean="0">
                <a:latin typeface="Kruti Dev 010" pitchFamily="2" charset="0"/>
                <a:ea typeface="Mangal"/>
                <a:cs typeface="+mn-cs"/>
              </a:rPr>
              <a:t>झाली + </a:t>
            </a:r>
            <a:r>
              <a:rPr kumimoji="0" lang="" altLang="x-none" sz="1300" b="1" kern="1200" dirty="0">
                <a:latin typeface="Kruti Dev 010" pitchFamily="2" charset="0"/>
                <a:ea typeface="Mangal"/>
                <a:cs typeface="+mn-cs"/>
              </a:rPr>
              <a:t>कार्यक्रमाचे सुंदर सूत्रसंचालन लीना शेंडे मॅडम यांनी </a:t>
            </a:r>
            <a:r>
              <a:rPr kumimoji="0" lang="" altLang="x-none" sz="1300" b="1" kern="1200" dirty="0" smtClean="0">
                <a:latin typeface="Kruti Dev 010" pitchFamily="2" charset="0"/>
                <a:ea typeface="Mangal"/>
                <a:cs typeface="+mn-cs"/>
              </a:rPr>
              <a:t>केले + </a:t>
            </a:r>
            <a:r>
              <a:rPr kumimoji="0" lang="" altLang="x-none" sz="1300" b="1" kern="1200" dirty="0">
                <a:latin typeface="Kruti Dev 010" pitchFamily="2" charset="0"/>
                <a:ea typeface="Mangal"/>
                <a:cs typeface="+mn-cs"/>
              </a:rPr>
              <a:t>कार्यक्रमाच्या शेवटी भाविका साखरे मॅडम यांनी आभार प्रदर्शन करून उपस्थित </a:t>
            </a:r>
            <a:r>
              <a:rPr kumimoji="0" lang="" altLang="x-none" sz="1300" b="1" kern="1200" dirty="0" smtClean="0">
                <a:latin typeface="Kruti Dev 010" pitchFamily="2" charset="0"/>
                <a:ea typeface="Mangal"/>
                <a:cs typeface="+mn-cs"/>
              </a:rPr>
              <a:t>मान्यवर ] </a:t>
            </a:r>
            <a:r>
              <a:rPr kumimoji="0" lang="" altLang="x-none" sz="1300" b="1" kern="1200" dirty="0">
                <a:latin typeface="Kruti Dev 010" pitchFamily="2" charset="0"/>
                <a:ea typeface="Mangal"/>
                <a:cs typeface="+mn-cs"/>
              </a:rPr>
              <a:t>शिक्षक व विद्यार्थ्यांचे आभार </a:t>
            </a:r>
            <a:r>
              <a:rPr kumimoji="0" lang="" altLang="x-none" sz="1300" b="1" kern="1200" dirty="0" smtClean="0">
                <a:latin typeface="Kruti Dev 010" pitchFamily="2" charset="0"/>
                <a:ea typeface="Mangal"/>
                <a:cs typeface="+mn-cs"/>
              </a:rPr>
              <a:t>मानले +कार्यक्रमाच्या </a:t>
            </a:r>
            <a:r>
              <a:rPr kumimoji="0" lang="" altLang="x-none" sz="1300" b="1" kern="1200" dirty="0">
                <a:latin typeface="Kruti Dev 010" pitchFamily="2" charset="0"/>
                <a:ea typeface="Mangal"/>
                <a:cs typeface="+mn-cs"/>
              </a:rPr>
              <a:t>यशस्वी आयोजनाबद्दल सर्व मान्यवरांनी शाळेचे व शिक्षकांचे कौतुक </a:t>
            </a:r>
            <a:r>
              <a:rPr kumimoji="0" lang="" altLang="x-none" sz="1300" b="1" kern="1200" dirty="0" smtClean="0">
                <a:latin typeface="Kruti Dev 010" pitchFamily="2" charset="0"/>
                <a:ea typeface="Mangal"/>
                <a:cs typeface="+mn-cs"/>
              </a:rPr>
              <a:t>केले + </a:t>
            </a:r>
            <a:r>
              <a:rPr kumimoji="0" lang="" altLang="x-none" sz="1300" b="1" kern="1200" dirty="0">
                <a:latin typeface="Kruti Dev 010" pitchFamily="2" charset="0"/>
                <a:ea typeface="Mangal"/>
                <a:cs typeface="+mn-cs"/>
              </a:rPr>
              <a:t>या कार्यक्रमामुळे विद्यार्थ्यांना पर्यावरण संरक्षणाचा संदेश मिळून समाजात सकारात्मक परिवर्तन घडवण्याची प्रेरणा </a:t>
            </a:r>
            <a:r>
              <a:rPr kumimoji="0" lang="" altLang="x-none" sz="1300" b="1" kern="1200" dirty="0" smtClean="0">
                <a:latin typeface="Kruti Dev 010" pitchFamily="2" charset="0"/>
                <a:ea typeface="Mangal"/>
                <a:cs typeface="+mn-cs"/>
              </a:rPr>
              <a:t>मिळाली +</a:t>
            </a:r>
            <a:endParaRPr kumimoji="0" lang="en-IN" altLang="x-none" sz="1300" b="1" kern="1200" dirty="0">
              <a:latin typeface="Kruti Dev 010" pitchFamily="2" charset="0"/>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9552" y="720569"/>
            <a:ext cx="3744416" cy="221424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44008" y="764704"/>
            <a:ext cx="3888432" cy="212597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9552" y="3140968"/>
            <a:ext cx="3744416" cy="345638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1" name="Picture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31183" y="3284983"/>
            <a:ext cx="4032450" cy="324036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534974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9552" y="764704"/>
            <a:ext cx="7851648" cy="1368152"/>
          </a:xfrm>
        </p:spPr>
        <p:txBody>
          <a:bodyPr>
            <a:normAutofit/>
          </a:bodyPr>
          <a:lstStyle/>
          <a:p>
            <a:pPr algn="ctr"/>
            <a:r>
              <a:rPr lang="mr-IN" sz="2800" dirty="0">
                <a:solidFill>
                  <a:srgbClr val="FFFF00"/>
                </a:solidFill>
                <a:latin typeface="Kruti Dev 010" pitchFamily="2" charset="0"/>
              </a:rPr>
              <a:t>पी.एम श्री सावित्रीबाई फुले उच्च प्राथमिक व माध्यमिक विद्यालय, मनपा बाबूपेठ येथे विद्यार्थ्यांसाठी प्रेरणादायी “राष्ट्रीय व्याख्यानमाला” उत्साहात संपन्न</a:t>
            </a:r>
            <a:endParaRPr lang="en-IN" sz="2800" dirty="0">
              <a:solidFill>
                <a:srgbClr val="FFFF00"/>
              </a:solidFill>
              <a:latin typeface="Kruti Dev 010" pitchFamily="2" charset="0"/>
            </a:endParaRPr>
          </a:p>
        </p:txBody>
      </p:sp>
      <p:sp>
        <p:nvSpPr>
          <p:cNvPr id="3" name="Subtitle 2"/>
          <p:cNvSpPr>
            <a:spLocks noGrp="1"/>
          </p:cNvSpPr>
          <p:nvPr>
            <p:ph type="subTitle" idx="1"/>
          </p:nvPr>
        </p:nvSpPr>
        <p:spPr>
          <a:xfrm>
            <a:off x="611560" y="2132856"/>
            <a:ext cx="8064896" cy="4608512"/>
          </a:xfrm>
        </p:spPr>
        <p:txBody>
          <a:bodyPr/>
          <a:lstStyle/>
          <a:p>
            <a:pPr algn="just">
              <a:lnSpc>
                <a:spcPct val="150000"/>
              </a:lnSpc>
            </a:pPr>
            <a:r>
              <a:rPr lang="en-US" sz="1400" b="1" dirty="0" smtClean="0"/>
              <a:t>	</a:t>
            </a:r>
            <a:r>
              <a:rPr lang="mr-IN" sz="1400" b="1" dirty="0" smtClean="0"/>
              <a:t>“</a:t>
            </a:r>
            <a:r>
              <a:rPr lang="mr-IN" sz="1400" b="1" dirty="0"/>
              <a:t>राष्ट्रीय व्याख्यानमाला” हा उपक्रम उत्साहपूर्ण वातावरणात यशस्वीरीत्या पार पडला. “ज्ञान, प्रेरणा आणि देशभक्तीचा संगम”या संकल्पनेतून आयोजित या कार्यक्रमाने विद्यार्थ्यांना प्रेरणादायी विचारांची समृद्ध देणगी दिली.या व्याख्यानमालेसाठी मा. अश्विनी खोब्रागडे (नॅशनल कोऑर्डिनेटर, काँग्रेस, दिल्ली व सदस्य – दिशा समिती तसेच सदस्य नियोजन समिती, चंद्रपूर) तसेच एडवोकेट इतीका शर्मा मॅडम या प्रमुख वक्त्या म्हणून लाभल्या होत्या. यावेळी शाळेचे मुख्याध्यापक मा. श्री शिवलाल इरपाते सर व ज्येष्ठ शिक्षिका सौ. उमा कुकुडपवार मॅडम यांचीही उपस्थिती लाभली.प्रमुख वक्त्यांनी नवभारत घडवण्यात विद्यार्थ्यांची भूमिका” आणि “वेळेचे व्यवस्थापन (</a:t>
            </a:r>
            <a:r>
              <a:rPr lang="en-IN" sz="1400" b="1" dirty="0"/>
              <a:t>Time Management) </a:t>
            </a:r>
            <a:r>
              <a:rPr lang="mr-IN" sz="1400" b="1" dirty="0"/>
              <a:t>या महत्त्वपूर्ण विषयांवर विद्यार्थ्यांना सखोल मार्गदर्शन केले. शिस्त, परिश्रम आणि वेळेचे योग्य नियोजन अंगीकारून विद्यार्थ्यांनी आपले भविष्य उज्ज्वल करावे आणि देशाच्या प्रगतीत सक्रिय सहभाग नोंदवावा, असे प्रेरणादायी आवाहन त्यांनी केले.कार्यक्रमाचे सूत्रसंचालन  सौ. भाविका साखरे मॅडम यांनी अत्यंत प्रभावीपणे केले, तर आभार प्रदर्शन कु.प्रणिता देशमुख मॅडम यांनी मनोगतपूर्ण शब्दांत व्यक्त केले. विद्यार्थ्यांनी उत्स्फूर्त प्रतिसाद देत कार्यक्रमात सक्रिय सहभाग घेतला, ज्यामुळे कार्यक्रम अधिक रंगतदार झाला.या उपक्रमाच्या यशस्वी आयोजनासाठी सौ. सोनाली कासुलकर मॅडम,श्री  जोगेश्वर मोहारे सर,श्री विजय खोके सर तसेच इतर शिक्षकवृंद यांचे मोलाचे सहकार्य लाभले. शेवटी उपस्थितांचे आभार मानून कार्यक्रमाची सांगता करण्यात आली.</a:t>
            </a:r>
            <a:endParaRPr lang="en-IN" sz="1400" b="1" dirty="0"/>
          </a:p>
        </p:txBody>
      </p:sp>
    </p:spTree>
    <p:extLst>
      <p:ext uri="{BB962C8B-B14F-4D97-AF65-F5344CB8AC3E}">
        <p14:creationId xmlns:p14="http://schemas.microsoft.com/office/powerpoint/2010/main" val="126896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1862" y="836712"/>
            <a:ext cx="3550098" cy="229487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83713" y="887747"/>
            <a:ext cx="3563888" cy="229487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9882" y="3593986"/>
            <a:ext cx="3456384" cy="309634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83713" y="3679686"/>
            <a:ext cx="3731906" cy="292494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388528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908720"/>
            <a:ext cx="7851648" cy="1728192"/>
          </a:xfrm>
        </p:spPr>
        <p:txBody>
          <a:bodyPr>
            <a:normAutofit/>
          </a:bodyPr>
          <a:lstStyle/>
          <a:p>
            <a:pPr algn="ctr"/>
            <a:r>
              <a:rPr lang="en-US" sz="3200" dirty="0" err="1">
                <a:solidFill>
                  <a:srgbClr val="FFFF00"/>
                </a:solidFill>
                <a:latin typeface="Kruti Dev 010" pitchFamily="2" charset="0"/>
              </a:rPr>
              <a:t>v</a:t>
            </a:r>
            <a:r>
              <a:rPr lang="en-US" sz="3200" dirty="0" err="1" smtClean="0">
                <a:solidFill>
                  <a:srgbClr val="FFFF00"/>
                </a:solidFill>
                <a:latin typeface="Kruti Dev 010" pitchFamily="2" charset="0"/>
              </a:rPr>
              <a:t>karjjk’Vzh</a:t>
            </a:r>
            <a:r>
              <a:rPr lang="en-US" sz="3200" dirty="0" smtClean="0">
                <a:solidFill>
                  <a:srgbClr val="FFFF00"/>
                </a:solidFill>
                <a:latin typeface="Kruti Dev 010" pitchFamily="2" charset="0"/>
              </a:rPr>
              <a:t>; </a:t>
            </a:r>
            <a:r>
              <a:rPr lang="en-US" sz="3200" dirty="0" err="1" smtClean="0">
                <a:solidFill>
                  <a:srgbClr val="FFFF00"/>
                </a:solidFill>
                <a:latin typeface="Kruti Dev 010" pitchFamily="2" charset="0"/>
              </a:rPr>
              <a:t>Lrjkojhy</a:t>
            </a:r>
            <a:r>
              <a:rPr lang="en-US" sz="3200" dirty="0" smtClean="0">
                <a:solidFill>
                  <a:srgbClr val="FFFF00"/>
                </a:solidFill>
                <a:latin typeface="Kruti Dev 010" pitchFamily="2" charset="0"/>
              </a:rPr>
              <a:t> </a:t>
            </a:r>
            <a:r>
              <a:rPr lang="en-US" sz="3200" dirty="0" err="1" smtClean="0">
                <a:solidFill>
                  <a:srgbClr val="FFFF00"/>
                </a:solidFill>
                <a:latin typeface="Kruti Dev 010" pitchFamily="2" charset="0"/>
              </a:rPr>
              <a:t>iz</a:t>
            </a:r>
            <a:r>
              <a:rPr lang="en-US" sz="3200" dirty="0" smtClean="0">
                <a:solidFill>
                  <a:srgbClr val="FFFF00"/>
                </a:solidFill>
                <a:latin typeface="Kruti Dev 010" pitchFamily="2" charset="0"/>
              </a:rPr>
              <a:t>[;</a:t>
            </a:r>
            <a:r>
              <a:rPr lang="en-US" sz="3200" dirty="0" err="1" smtClean="0">
                <a:solidFill>
                  <a:srgbClr val="FFFF00"/>
                </a:solidFill>
                <a:latin typeface="Kruti Dev 010" pitchFamily="2" charset="0"/>
              </a:rPr>
              <a:t>kr</a:t>
            </a:r>
            <a:r>
              <a:rPr lang="en-US" sz="3200" dirty="0" smtClean="0">
                <a:solidFill>
                  <a:srgbClr val="FFFF00"/>
                </a:solidFill>
                <a:latin typeface="Kruti Dev 010" pitchFamily="2" charset="0"/>
              </a:rPr>
              <a:t> </a:t>
            </a:r>
            <a:r>
              <a:rPr lang="en-US" sz="3200" dirty="0" err="1" smtClean="0">
                <a:solidFill>
                  <a:srgbClr val="FFFF00"/>
                </a:solidFill>
                <a:latin typeface="Kruti Dev 010" pitchFamily="2" charset="0"/>
              </a:rPr>
              <a:t>rKkaps</a:t>
            </a:r>
            <a:r>
              <a:rPr lang="en-US" sz="3200" dirty="0" smtClean="0">
                <a:solidFill>
                  <a:srgbClr val="FFFF00"/>
                </a:solidFill>
                <a:latin typeface="Kruti Dev 010" pitchFamily="2" charset="0"/>
              </a:rPr>
              <a:t> </a:t>
            </a:r>
            <a:r>
              <a:rPr lang="en-US" sz="3200" dirty="0" err="1" smtClean="0">
                <a:solidFill>
                  <a:srgbClr val="FFFF00"/>
                </a:solidFill>
                <a:latin typeface="Kruti Dev 010" pitchFamily="2" charset="0"/>
              </a:rPr>
              <a:t>izsj.kknk;h</a:t>
            </a:r>
            <a:r>
              <a:rPr lang="en-US" sz="3200" dirty="0" smtClean="0">
                <a:solidFill>
                  <a:srgbClr val="FFFF00"/>
                </a:solidFill>
                <a:latin typeface="Kruti Dev 010" pitchFamily="2" charset="0"/>
              </a:rPr>
              <a:t> </a:t>
            </a:r>
            <a:r>
              <a:rPr lang="en-US" sz="3200" dirty="0" err="1" smtClean="0">
                <a:solidFill>
                  <a:srgbClr val="FFFF00"/>
                </a:solidFill>
                <a:latin typeface="Kruti Dev 010" pitchFamily="2" charset="0"/>
              </a:rPr>
              <a:t>ekXkZn”kZu</a:t>
            </a:r>
            <a:r>
              <a:rPr lang="en-US" sz="3200" dirty="0" smtClean="0">
                <a:solidFill>
                  <a:srgbClr val="FFFF00"/>
                </a:solidFill>
                <a:latin typeface="Kruti Dev 010" pitchFamily="2" charset="0"/>
              </a:rPr>
              <a:t/>
            </a:r>
            <a:br>
              <a:rPr lang="en-US" sz="3200" dirty="0" smtClean="0">
                <a:solidFill>
                  <a:srgbClr val="FFFF00"/>
                </a:solidFill>
                <a:latin typeface="Kruti Dev 010" pitchFamily="2" charset="0"/>
              </a:rPr>
            </a:br>
            <a:r>
              <a:rPr lang="en-US" sz="3200" dirty="0" err="1" smtClean="0">
                <a:solidFill>
                  <a:srgbClr val="FFFF00"/>
                </a:solidFill>
                <a:latin typeface="Kruti Dev 010" pitchFamily="2" charset="0"/>
              </a:rPr>
              <a:t>O;DrheRo</a:t>
            </a:r>
            <a:r>
              <a:rPr lang="en-US" sz="3200" dirty="0" smtClean="0">
                <a:solidFill>
                  <a:srgbClr val="FFFF00"/>
                </a:solidFill>
                <a:latin typeface="Kruti Dev 010" pitchFamily="2" charset="0"/>
              </a:rPr>
              <a:t> </a:t>
            </a:r>
            <a:r>
              <a:rPr lang="en-US" sz="3200" dirty="0" err="1" smtClean="0">
                <a:solidFill>
                  <a:srgbClr val="FFFF00"/>
                </a:solidFill>
                <a:latin typeface="Kruti Dev 010" pitchFamily="2" charset="0"/>
              </a:rPr>
              <a:t>fodkl</a:t>
            </a:r>
            <a:r>
              <a:rPr lang="en-US" sz="3200" dirty="0" smtClean="0">
                <a:solidFill>
                  <a:srgbClr val="FFFF00"/>
                </a:solidFill>
                <a:latin typeface="Kruti Dev 010" pitchFamily="2" charset="0"/>
              </a:rPr>
              <a:t> o </a:t>
            </a:r>
            <a:r>
              <a:rPr lang="en-US" sz="3200" dirty="0" err="1" smtClean="0">
                <a:solidFill>
                  <a:srgbClr val="FFFF00"/>
                </a:solidFill>
                <a:latin typeface="Kruti Dev 010" pitchFamily="2" charset="0"/>
              </a:rPr>
              <a:t>djhvj</a:t>
            </a:r>
            <a:r>
              <a:rPr lang="en-US" sz="3200" dirty="0" smtClean="0">
                <a:solidFill>
                  <a:srgbClr val="FFFF00"/>
                </a:solidFill>
                <a:latin typeface="Kruti Dev 010" pitchFamily="2" charset="0"/>
              </a:rPr>
              <a:t> </a:t>
            </a:r>
            <a:r>
              <a:rPr lang="en-US" sz="3200" dirty="0" err="1" smtClean="0">
                <a:solidFill>
                  <a:srgbClr val="FFFF00"/>
                </a:solidFill>
                <a:latin typeface="Kruti Dev 010" pitchFamily="2" charset="0"/>
              </a:rPr>
              <a:t>ekXkZn”kZu</a:t>
            </a:r>
            <a:r>
              <a:rPr lang="en-US" sz="3200" dirty="0" smtClean="0">
                <a:solidFill>
                  <a:srgbClr val="FFFF00"/>
                </a:solidFill>
                <a:latin typeface="Kruti Dev 010" pitchFamily="2" charset="0"/>
              </a:rPr>
              <a:t/>
            </a:r>
            <a:br>
              <a:rPr lang="en-US" sz="3200" dirty="0" smtClean="0">
                <a:solidFill>
                  <a:srgbClr val="FFFF00"/>
                </a:solidFill>
                <a:latin typeface="Kruti Dev 010" pitchFamily="2" charset="0"/>
              </a:rPr>
            </a:br>
            <a:r>
              <a:rPr lang="en-US" sz="3200" dirty="0" err="1" smtClean="0">
                <a:solidFill>
                  <a:srgbClr val="FFFF00"/>
                </a:solidFill>
                <a:latin typeface="Kruti Dev 010" pitchFamily="2" charset="0"/>
              </a:rPr>
              <a:t>fMthVy</a:t>
            </a:r>
            <a:r>
              <a:rPr lang="en-US" sz="3200" dirty="0" smtClean="0">
                <a:solidFill>
                  <a:srgbClr val="FFFF00"/>
                </a:solidFill>
                <a:latin typeface="Kruti Dev 010" pitchFamily="2" charset="0"/>
              </a:rPr>
              <a:t> </a:t>
            </a:r>
            <a:r>
              <a:rPr lang="en-US" sz="3200" dirty="0" err="1" smtClean="0">
                <a:solidFill>
                  <a:srgbClr val="FFFF00"/>
                </a:solidFill>
                <a:latin typeface="Kruti Dev 010" pitchFamily="2" charset="0"/>
              </a:rPr>
              <a:t>f”k</a:t>
            </a:r>
            <a:r>
              <a:rPr lang="en-US" sz="3200" dirty="0" smtClean="0">
                <a:solidFill>
                  <a:srgbClr val="FFFF00"/>
                </a:solidFill>
                <a:latin typeface="Kruti Dev 010" pitchFamily="2" charset="0"/>
              </a:rPr>
              <a:t>{</a:t>
            </a:r>
            <a:r>
              <a:rPr lang="en-US" sz="3200" dirty="0" err="1" smtClean="0">
                <a:solidFill>
                  <a:srgbClr val="FFFF00"/>
                </a:solidFill>
                <a:latin typeface="Kruti Dev 010" pitchFamily="2" charset="0"/>
              </a:rPr>
              <a:t>k.k</a:t>
            </a:r>
            <a:r>
              <a:rPr lang="en-US" sz="3200" dirty="0" smtClean="0">
                <a:solidFill>
                  <a:srgbClr val="FFFF00"/>
                </a:solidFill>
                <a:latin typeface="Kruti Dev 010" pitchFamily="2" charset="0"/>
              </a:rPr>
              <a:t> </a:t>
            </a:r>
            <a:endParaRPr lang="en-IN" sz="3200" dirty="0">
              <a:solidFill>
                <a:srgbClr val="FFFF00"/>
              </a:solidFill>
              <a:latin typeface="Kruti Dev 010" pitchFamily="2" charset="0"/>
            </a:endParaRPr>
          </a:p>
        </p:txBody>
      </p:sp>
      <p:sp>
        <p:nvSpPr>
          <p:cNvPr id="3" name="Subtitle 2"/>
          <p:cNvSpPr>
            <a:spLocks noGrp="1"/>
          </p:cNvSpPr>
          <p:nvPr>
            <p:ph type="subTitle" idx="1"/>
          </p:nvPr>
        </p:nvSpPr>
        <p:spPr>
          <a:xfrm>
            <a:off x="395536" y="2780928"/>
            <a:ext cx="8280920" cy="3816424"/>
          </a:xfrm>
        </p:spPr>
        <p:txBody>
          <a:bodyPr/>
          <a:lstStyle/>
          <a:p>
            <a:pPr algn="l"/>
            <a:r>
              <a:rPr lang="en-US" dirty="0">
                <a:latin typeface="Kruti Dev 010" pitchFamily="2" charset="0"/>
              </a:rPr>
              <a:t>	</a:t>
            </a:r>
            <a:r>
              <a:rPr lang="en-US" sz="1800" b="1" dirty="0" err="1" smtClean="0">
                <a:latin typeface="Kruti Dev 010" pitchFamily="2" charset="0"/>
              </a:rPr>
              <a:t>vkarjk’Vzh</a:t>
            </a:r>
            <a:r>
              <a:rPr lang="en-US" sz="1800" b="1" dirty="0" smtClean="0">
                <a:latin typeface="Kruti Dev 010" pitchFamily="2" charset="0"/>
              </a:rPr>
              <a:t>; </a:t>
            </a:r>
            <a:r>
              <a:rPr lang="en-US" sz="1800" b="1" dirty="0" err="1" smtClean="0">
                <a:latin typeface="Kruti Dev 010" pitchFamily="2" charset="0"/>
              </a:rPr>
              <a:t>Lrjkojhy</a:t>
            </a:r>
            <a:r>
              <a:rPr lang="en-US" sz="1800" b="1" dirty="0" smtClean="0">
                <a:latin typeface="Kruti Dev 010" pitchFamily="2" charset="0"/>
              </a:rPr>
              <a:t> </a:t>
            </a:r>
            <a:r>
              <a:rPr lang="en-US" sz="1800" b="1" dirty="0" err="1" smtClean="0">
                <a:latin typeface="Kruti Dev 010" pitchFamily="2" charset="0"/>
              </a:rPr>
              <a:t>iz</a:t>
            </a:r>
            <a:r>
              <a:rPr lang="en-US" sz="1800" b="1" dirty="0" smtClean="0">
                <a:latin typeface="Kruti Dev 010" pitchFamily="2" charset="0"/>
              </a:rPr>
              <a:t>[;</a:t>
            </a:r>
            <a:r>
              <a:rPr lang="en-US" sz="1800" b="1" dirty="0" err="1" smtClean="0">
                <a:latin typeface="Kruti Dev 010" pitchFamily="2" charset="0"/>
              </a:rPr>
              <a:t>kr</a:t>
            </a:r>
            <a:r>
              <a:rPr lang="en-US" sz="1800" b="1" dirty="0" smtClean="0">
                <a:latin typeface="Kruti Dev 010" pitchFamily="2" charset="0"/>
              </a:rPr>
              <a:t> </a:t>
            </a:r>
            <a:r>
              <a:rPr lang="en-US" sz="1800" b="1" dirty="0" err="1" smtClean="0">
                <a:latin typeface="Kruti Dev 010" pitchFamily="2" charset="0"/>
              </a:rPr>
              <a:t>RkKkaps</a:t>
            </a:r>
            <a:r>
              <a:rPr lang="en-US" sz="1800" b="1" dirty="0" smtClean="0">
                <a:latin typeface="Kruti Dev 010" pitchFamily="2" charset="0"/>
              </a:rPr>
              <a:t> </a:t>
            </a:r>
            <a:r>
              <a:rPr lang="en-US" sz="1800" b="1" dirty="0" err="1" smtClean="0">
                <a:latin typeface="Kruti Dev 010" pitchFamily="2" charset="0"/>
              </a:rPr>
              <a:t>izsj.kknk;h</a:t>
            </a:r>
            <a:r>
              <a:rPr lang="en-US" sz="1800" b="1" dirty="0" smtClean="0">
                <a:latin typeface="Kruti Dev 010" pitchFamily="2" charset="0"/>
              </a:rPr>
              <a:t> </a:t>
            </a:r>
            <a:r>
              <a:rPr lang="en-US" sz="1800" b="1" dirty="0" err="1" smtClean="0">
                <a:latin typeface="Kruti Dev 010" pitchFamily="2" charset="0"/>
              </a:rPr>
              <a:t>ekxZn”kZu</a:t>
            </a:r>
            <a:r>
              <a:rPr lang="en-US" sz="1800" b="1" dirty="0" smtClean="0">
                <a:latin typeface="Kruti Dev 010" pitchFamily="2" charset="0"/>
              </a:rPr>
              <a:t> </a:t>
            </a:r>
            <a:r>
              <a:rPr lang="en-US" sz="1800" b="1" dirty="0" err="1" smtClean="0">
                <a:latin typeface="Kruti Dev 010" pitchFamily="2" charset="0"/>
              </a:rPr>
              <a:t>O;DrheRo</a:t>
            </a:r>
            <a:r>
              <a:rPr lang="en-US" sz="1800" b="1" dirty="0" smtClean="0">
                <a:latin typeface="Kruti Dev 010" pitchFamily="2" charset="0"/>
              </a:rPr>
              <a:t> </a:t>
            </a:r>
            <a:r>
              <a:rPr lang="en-US" sz="1800" b="1" dirty="0" err="1" smtClean="0">
                <a:latin typeface="Kruti Dev 010" pitchFamily="2" charset="0"/>
              </a:rPr>
              <a:t>fodkl</a:t>
            </a:r>
            <a:r>
              <a:rPr lang="en-US" sz="1800" b="1" dirty="0" smtClean="0">
                <a:latin typeface="Kruti Dev 010" pitchFamily="2" charset="0"/>
              </a:rPr>
              <a:t> o </a:t>
            </a:r>
            <a:r>
              <a:rPr lang="en-US" sz="1800" b="1" dirty="0" err="1" smtClean="0">
                <a:latin typeface="Kruti Dev 010" pitchFamily="2" charset="0"/>
              </a:rPr>
              <a:t>djhvj</a:t>
            </a:r>
            <a:r>
              <a:rPr lang="en-US" sz="1800" b="1" dirty="0" smtClean="0">
                <a:latin typeface="Kruti Dev 010" pitchFamily="2" charset="0"/>
              </a:rPr>
              <a:t> </a:t>
            </a:r>
            <a:r>
              <a:rPr lang="en-US" sz="1800" b="1" dirty="0" err="1" smtClean="0">
                <a:latin typeface="Kruti Dev 010" pitchFamily="2" charset="0"/>
              </a:rPr>
              <a:t>ekxZn”kZu</a:t>
            </a:r>
            <a:r>
              <a:rPr lang="en-US" sz="1800" b="1" dirty="0" smtClean="0">
                <a:latin typeface="Kruti Dev 010" pitchFamily="2" charset="0"/>
              </a:rPr>
              <a:t>  </a:t>
            </a:r>
            <a:r>
              <a:rPr lang="en-US" sz="1800" b="1" dirty="0" err="1" smtClean="0">
                <a:latin typeface="Kruti Dev 010" pitchFamily="2" charset="0"/>
              </a:rPr>
              <a:t>fMthVYk</a:t>
            </a:r>
            <a:r>
              <a:rPr lang="en-US" sz="1800" b="1" dirty="0" smtClean="0">
                <a:latin typeface="Kruti Dev 010" pitchFamily="2" charset="0"/>
              </a:rPr>
              <a:t> </a:t>
            </a:r>
            <a:r>
              <a:rPr lang="en-US" sz="1800" b="1" dirty="0" err="1" smtClean="0">
                <a:latin typeface="Kruti Dev 010" pitchFamily="2" charset="0"/>
              </a:rPr>
              <a:t>f”k</a:t>
            </a:r>
            <a:r>
              <a:rPr lang="en-US" sz="1800" b="1" dirty="0" smtClean="0">
                <a:latin typeface="Kruti Dev 010" pitchFamily="2" charset="0"/>
              </a:rPr>
              <a:t>{</a:t>
            </a:r>
            <a:r>
              <a:rPr lang="en-US" sz="1800" b="1" dirty="0" err="1" smtClean="0">
                <a:latin typeface="Kruti Dev 010" pitchFamily="2" charset="0"/>
              </a:rPr>
              <a:t>k.k</a:t>
            </a:r>
            <a:r>
              <a:rPr lang="en-US" sz="1800" b="1" dirty="0" smtClean="0">
                <a:latin typeface="Kruti Dev 010" pitchFamily="2" charset="0"/>
              </a:rPr>
              <a:t> ;k </a:t>
            </a:r>
            <a:r>
              <a:rPr lang="en-US" sz="1800" b="1" dirty="0" err="1" smtClean="0">
                <a:latin typeface="Kruti Dev 010" pitchFamily="2" charset="0"/>
              </a:rPr>
              <a:t>lacaf</a:t>
            </a:r>
            <a:r>
              <a:rPr lang="en-US" sz="1800" b="1" dirty="0" smtClean="0">
                <a:latin typeface="Kruti Dev 010" pitchFamily="2" charset="0"/>
              </a:rPr>
              <a:t>/</a:t>
            </a:r>
            <a:r>
              <a:rPr lang="en-US" sz="1800" b="1" dirty="0" err="1" smtClean="0">
                <a:latin typeface="Kruti Dev 010" pitchFamily="2" charset="0"/>
              </a:rPr>
              <a:t>kr</a:t>
            </a:r>
            <a:r>
              <a:rPr lang="en-US" sz="1800" b="1" dirty="0" smtClean="0">
                <a:latin typeface="Kruti Dev 010" pitchFamily="2" charset="0"/>
              </a:rPr>
              <a:t> </a:t>
            </a:r>
            <a:r>
              <a:rPr lang="en-US" sz="1800" b="1" dirty="0" err="1" smtClean="0">
                <a:latin typeface="Kruti Dev 010" pitchFamily="2" charset="0"/>
              </a:rPr>
              <a:t>ih</a:t>
            </a:r>
            <a:r>
              <a:rPr lang="en-US" sz="1800" b="1" dirty="0" smtClean="0">
                <a:latin typeface="Kruti Dev 010" pitchFamily="2" charset="0"/>
              </a:rPr>
              <a:t> + ,e + </a:t>
            </a:r>
            <a:r>
              <a:rPr lang="en-US" sz="1800" b="1" dirty="0" err="1" smtClean="0">
                <a:latin typeface="Kruti Dev 010" pitchFamily="2" charset="0"/>
              </a:rPr>
              <a:t>Jh</a:t>
            </a:r>
            <a:r>
              <a:rPr lang="en-US" sz="1800" b="1" dirty="0" smtClean="0">
                <a:latin typeface="Kruti Dev 010" pitchFamily="2" charset="0"/>
              </a:rPr>
              <a:t> + </a:t>
            </a:r>
            <a:r>
              <a:rPr lang="en-US" sz="1800" b="1" dirty="0" err="1" smtClean="0">
                <a:latin typeface="Kruti Dev 010" pitchFamily="2" charset="0"/>
              </a:rPr>
              <a:t>lkfo</a:t>
            </a:r>
            <a:r>
              <a:rPr lang="en-US" sz="1800" b="1" dirty="0" smtClean="0">
                <a:latin typeface="Kruti Dev 010" pitchFamily="2" charset="0"/>
              </a:rPr>
              <a:t>=</a:t>
            </a:r>
            <a:r>
              <a:rPr lang="en-US" sz="1800" b="1" dirty="0" err="1" smtClean="0">
                <a:latin typeface="Kruti Dev 010" pitchFamily="2" charset="0"/>
              </a:rPr>
              <a:t>hckbZ</a:t>
            </a:r>
            <a:r>
              <a:rPr lang="en-US" sz="1800" b="1" dirty="0" smtClean="0">
                <a:latin typeface="Kruti Dev 010" pitchFamily="2" charset="0"/>
              </a:rPr>
              <a:t> </a:t>
            </a:r>
            <a:r>
              <a:rPr lang="en-US" sz="1800" b="1" dirty="0" err="1" smtClean="0">
                <a:latin typeface="Kruti Dev 010" pitchFamily="2" charset="0"/>
              </a:rPr>
              <a:t>Qys</a:t>
            </a:r>
            <a:r>
              <a:rPr lang="en-US" sz="1800" b="1" dirty="0" smtClean="0">
                <a:latin typeface="Kruti Dev 010" pitchFamily="2" charset="0"/>
              </a:rPr>
              <a:t> </a:t>
            </a:r>
            <a:r>
              <a:rPr lang="en-US" sz="1800" b="1" dirty="0" err="1" smtClean="0">
                <a:latin typeface="Kruti Dev 010" pitchFamily="2" charset="0"/>
              </a:rPr>
              <a:t>gk;Ldqy</a:t>
            </a:r>
            <a:r>
              <a:rPr lang="en-US" sz="1800" b="1" dirty="0" smtClean="0">
                <a:latin typeface="Kruti Dev 010" pitchFamily="2" charset="0"/>
              </a:rPr>
              <a:t> </a:t>
            </a:r>
            <a:r>
              <a:rPr lang="en-US" sz="1800" b="1" dirty="0" err="1" smtClean="0">
                <a:latin typeface="Kruti Dev 010" pitchFamily="2" charset="0"/>
              </a:rPr>
              <a:t>euik</a:t>
            </a:r>
            <a:r>
              <a:rPr lang="en-US" sz="1800" b="1" dirty="0" smtClean="0">
                <a:latin typeface="Kruti Dev 010" pitchFamily="2" charset="0"/>
              </a:rPr>
              <a:t> </a:t>
            </a:r>
            <a:r>
              <a:rPr lang="en-US" sz="1800" b="1" dirty="0" err="1" smtClean="0">
                <a:latin typeface="Kruti Dev 010" pitchFamily="2" charset="0"/>
              </a:rPr>
              <a:t>panziwj</a:t>
            </a:r>
            <a:r>
              <a:rPr lang="en-US" sz="1800" b="1" dirty="0" smtClean="0">
                <a:latin typeface="Kruti Dev 010" pitchFamily="2" charset="0"/>
              </a:rPr>
              <a:t> ;</a:t>
            </a:r>
            <a:r>
              <a:rPr lang="en-US" sz="1800" b="1" dirty="0" err="1" smtClean="0">
                <a:latin typeface="Kruti Dev 010" pitchFamily="2" charset="0"/>
              </a:rPr>
              <a:t>sFks</a:t>
            </a:r>
            <a:r>
              <a:rPr lang="en-US" sz="1800" b="1" dirty="0" smtClean="0">
                <a:latin typeface="Kruti Dev 010" pitchFamily="2" charset="0"/>
              </a:rPr>
              <a:t> </a:t>
            </a:r>
            <a:r>
              <a:rPr lang="en-US" sz="1800" b="1" dirty="0" err="1" smtClean="0">
                <a:latin typeface="Kruti Dev 010" pitchFamily="2" charset="0"/>
              </a:rPr>
              <a:t>ekXkZn”kZd</a:t>
            </a:r>
            <a:r>
              <a:rPr lang="en-US" sz="1800" b="1" dirty="0" smtClean="0">
                <a:latin typeface="Kruti Dev 010" pitchFamily="2" charset="0"/>
              </a:rPr>
              <a:t> </a:t>
            </a:r>
            <a:r>
              <a:rPr lang="en-US" sz="1800" b="1" dirty="0" err="1" smtClean="0">
                <a:latin typeface="Kruti Dev 010" pitchFamily="2" charset="0"/>
              </a:rPr>
              <a:t>Eg.kwu</a:t>
            </a:r>
            <a:r>
              <a:rPr lang="en-US" sz="1800" b="1" dirty="0" smtClean="0">
                <a:latin typeface="Kruti Dev 010" pitchFamily="2" charset="0"/>
              </a:rPr>
              <a:t> </a:t>
            </a:r>
            <a:r>
              <a:rPr lang="en-US" sz="1800" b="1" dirty="0" err="1" smtClean="0">
                <a:latin typeface="Kruti Dev 010" pitchFamily="2" charset="0"/>
              </a:rPr>
              <a:t>izk</a:t>
            </a:r>
            <a:r>
              <a:rPr lang="en-US" sz="1800" b="1" dirty="0" smtClean="0">
                <a:latin typeface="Kruti Dev 010" pitchFamily="2" charset="0"/>
              </a:rPr>
              <a:t> +  </a:t>
            </a:r>
            <a:r>
              <a:rPr lang="en-US" sz="1800" b="1" dirty="0" err="1" smtClean="0">
                <a:latin typeface="Kruti Dev 010" pitchFamily="2" charset="0"/>
              </a:rPr>
              <a:t>MkW</a:t>
            </a:r>
            <a:r>
              <a:rPr lang="en-US" sz="1800" b="1" dirty="0" smtClean="0">
                <a:latin typeface="Kruti Dev 010" pitchFamily="2" charset="0"/>
              </a:rPr>
              <a:t> + </a:t>
            </a:r>
            <a:r>
              <a:rPr lang="en-US" sz="1800" b="1" dirty="0" err="1" smtClean="0">
                <a:latin typeface="Kruti Dev 010" pitchFamily="2" charset="0"/>
              </a:rPr>
              <a:t>lat</a:t>
            </a:r>
            <a:r>
              <a:rPr lang="en-US" sz="1800" b="1" dirty="0" smtClean="0">
                <a:latin typeface="Kruti Dev 010" pitchFamily="2" charset="0"/>
              </a:rPr>
              <a:t>; </a:t>
            </a:r>
            <a:r>
              <a:rPr lang="en-US" sz="1800" b="1" dirty="0" err="1" smtClean="0">
                <a:latin typeface="Kruti Dev 010" pitchFamily="2" charset="0"/>
              </a:rPr>
              <a:t>csys</a:t>
            </a:r>
            <a:r>
              <a:rPr lang="en-US" sz="1800" b="1" dirty="0" smtClean="0">
                <a:latin typeface="Kruti Dev 010" pitchFamily="2" charset="0"/>
              </a:rPr>
              <a:t> </a:t>
            </a:r>
            <a:r>
              <a:rPr lang="en-US" sz="1800" b="1" dirty="0" err="1" smtClean="0">
                <a:latin typeface="Kruti Dev 010" pitchFamily="2" charset="0"/>
              </a:rPr>
              <a:t>ekth</a:t>
            </a:r>
            <a:r>
              <a:rPr lang="en-US" sz="1800" b="1" dirty="0" smtClean="0">
                <a:latin typeface="Kruti Dev 010" pitchFamily="2" charset="0"/>
              </a:rPr>
              <a:t> mi +</a:t>
            </a:r>
            <a:r>
              <a:rPr lang="en-US" sz="1800" b="1" dirty="0" err="1" smtClean="0">
                <a:latin typeface="Kruti Dev 010" pitchFamily="2" charset="0"/>
              </a:rPr>
              <a:t>izkpk;Z</a:t>
            </a:r>
            <a:r>
              <a:rPr lang="en-US" sz="1800" b="1" dirty="0" smtClean="0">
                <a:latin typeface="Kruti Dev 010" pitchFamily="2" charset="0"/>
              </a:rPr>
              <a:t> + </a:t>
            </a:r>
            <a:r>
              <a:rPr lang="en-US" sz="1800" b="1" dirty="0" err="1" smtClean="0">
                <a:latin typeface="Kruti Dev 010" pitchFamily="2" charset="0"/>
              </a:rPr>
              <a:t>MkW</a:t>
            </a:r>
            <a:r>
              <a:rPr lang="en-US" sz="1800" b="1" dirty="0" smtClean="0">
                <a:latin typeface="Kruti Dev 010" pitchFamily="2" charset="0"/>
              </a:rPr>
              <a:t> + </a:t>
            </a:r>
            <a:r>
              <a:rPr lang="en-US" sz="1800" b="1" dirty="0" err="1" smtClean="0">
                <a:latin typeface="Kruti Dev 010" pitchFamily="2" charset="0"/>
              </a:rPr>
              <a:t>vkacsMdj</a:t>
            </a:r>
            <a:r>
              <a:rPr lang="en-US" sz="1800" b="1" dirty="0" smtClean="0">
                <a:latin typeface="Kruti Dev 010" pitchFamily="2" charset="0"/>
              </a:rPr>
              <a:t> </a:t>
            </a:r>
            <a:r>
              <a:rPr lang="en-US" sz="1800" b="1" dirty="0" err="1" smtClean="0">
                <a:latin typeface="Kruti Dev 010" pitchFamily="2" charset="0"/>
              </a:rPr>
              <a:t>dkWyst</a:t>
            </a:r>
            <a:r>
              <a:rPr lang="en-US" sz="1800" b="1" dirty="0" smtClean="0">
                <a:latin typeface="Kruti Dev 010" pitchFamily="2" charset="0"/>
              </a:rPr>
              <a:t> ;</a:t>
            </a:r>
            <a:r>
              <a:rPr lang="en-US" sz="1800" b="1" dirty="0" err="1" smtClean="0">
                <a:latin typeface="Kruti Dev 010" pitchFamily="2" charset="0"/>
              </a:rPr>
              <a:t>sFks</a:t>
            </a:r>
            <a:r>
              <a:rPr lang="en-US" sz="1800" b="1" dirty="0" smtClean="0">
                <a:latin typeface="Kruti Dev 010" pitchFamily="2" charset="0"/>
              </a:rPr>
              <a:t> </a:t>
            </a:r>
            <a:r>
              <a:rPr lang="en-US" sz="1800" b="1" dirty="0" err="1" smtClean="0">
                <a:latin typeface="Kruti Dev 010" pitchFamily="2" charset="0"/>
              </a:rPr>
              <a:t>dk;Zjr</a:t>
            </a:r>
            <a:r>
              <a:rPr lang="en-US" sz="1800" b="1" dirty="0" smtClean="0">
                <a:latin typeface="Kruti Dev 010" pitchFamily="2" charset="0"/>
              </a:rPr>
              <a:t> </a:t>
            </a:r>
            <a:r>
              <a:rPr lang="en-US" sz="1800" b="1" dirty="0" err="1" smtClean="0">
                <a:latin typeface="Kruti Dev 010" pitchFamily="2" charset="0"/>
              </a:rPr>
              <a:t>gksrs</a:t>
            </a:r>
            <a:r>
              <a:rPr lang="en-US" sz="1800" b="1" dirty="0" smtClean="0">
                <a:latin typeface="Kruti Dev 010" pitchFamily="2" charset="0"/>
              </a:rPr>
              <a:t> + o </a:t>
            </a:r>
            <a:r>
              <a:rPr lang="en-US" sz="1800" b="1" dirty="0" err="1" smtClean="0">
                <a:latin typeface="Kruti Dev 010" pitchFamily="2" charset="0"/>
              </a:rPr>
              <a:t>Jherh</a:t>
            </a:r>
            <a:r>
              <a:rPr lang="en-US" sz="1800" b="1" dirty="0" smtClean="0">
                <a:latin typeface="Kruti Dev 010" pitchFamily="2" charset="0"/>
              </a:rPr>
              <a:t>  + </a:t>
            </a:r>
            <a:r>
              <a:rPr lang="en-US" sz="1800" b="1" dirty="0" err="1" smtClean="0">
                <a:latin typeface="Kruti Dev 010" pitchFamily="2" charset="0"/>
              </a:rPr>
              <a:t>fo.kk</a:t>
            </a:r>
            <a:r>
              <a:rPr lang="en-US" sz="1800" b="1" dirty="0" smtClean="0">
                <a:latin typeface="Kruti Dev 010" pitchFamily="2" charset="0"/>
              </a:rPr>
              <a:t> </a:t>
            </a:r>
            <a:r>
              <a:rPr lang="en-US" sz="1800" b="1" dirty="0" err="1" smtClean="0">
                <a:latin typeface="Kruti Dev 010" pitchFamily="2" charset="0"/>
              </a:rPr>
              <a:t>Hkxr</a:t>
            </a:r>
            <a:r>
              <a:rPr lang="en-US" sz="1800" b="1" dirty="0" smtClean="0">
                <a:latin typeface="Kruti Dev 010" pitchFamily="2" charset="0"/>
              </a:rPr>
              <a:t> </a:t>
            </a:r>
            <a:r>
              <a:rPr lang="en-US" sz="1800" b="1" dirty="0" err="1" smtClean="0">
                <a:latin typeface="Kruti Dev 010" pitchFamily="2" charset="0"/>
              </a:rPr>
              <a:t>turk</a:t>
            </a:r>
            <a:r>
              <a:rPr lang="en-US" sz="1800" b="1" dirty="0" smtClean="0">
                <a:latin typeface="Kruti Dev 010" pitchFamily="2" charset="0"/>
              </a:rPr>
              <a:t> </a:t>
            </a:r>
            <a:r>
              <a:rPr lang="en-US" sz="1800" b="1" dirty="0" err="1" smtClean="0">
                <a:latin typeface="Kruti Dev 010" pitchFamily="2" charset="0"/>
              </a:rPr>
              <a:t>fo|ky</a:t>
            </a:r>
            <a:r>
              <a:rPr lang="en-US" sz="1800" b="1" dirty="0" smtClean="0">
                <a:latin typeface="Kruti Dev 010" pitchFamily="2" charset="0"/>
              </a:rPr>
              <a:t>; </a:t>
            </a:r>
            <a:r>
              <a:rPr lang="en-US" sz="1800" b="1" dirty="0" err="1" smtClean="0">
                <a:latin typeface="Kruti Dev 010" pitchFamily="2" charset="0"/>
              </a:rPr>
              <a:t>rkMkyh</a:t>
            </a:r>
            <a:r>
              <a:rPr lang="en-US" sz="1800" b="1" dirty="0" smtClean="0">
                <a:latin typeface="Kruti Dev 010" pitchFamily="2" charset="0"/>
              </a:rPr>
              <a:t> </a:t>
            </a:r>
            <a:r>
              <a:rPr lang="en-US" sz="1800" b="1" dirty="0" err="1" smtClean="0">
                <a:latin typeface="Kruti Dev 010" pitchFamily="2" charset="0"/>
              </a:rPr>
              <a:t>ft</a:t>
            </a:r>
            <a:r>
              <a:rPr lang="en-US" sz="1800" b="1" dirty="0" smtClean="0">
                <a:latin typeface="Kruti Dev 010" pitchFamily="2" charset="0"/>
              </a:rPr>
              <a:t> + </a:t>
            </a:r>
            <a:r>
              <a:rPr lang="en-US" sz="1800" b="1" dirty="0" err="1" smtClean="0">
                <a:latin typeface="Kruti Dev 010" pitchFamily="2" charset="0"/>
              </a:rPr>
              <a:t>panziwj</a:t>
            </a:r>
            <a:r>
              <a:rPr lang="en-US" sz="1800" b="1" dirty="0" smtClean="0">
                <a:latin typeface="Kruti Dev 010" pitchFamily="2" charset="0"/>
              </a:rPr>
              <a:t> ;</a:t>
            </a:r>
            <a:r>
              <a:rPr lang="en-US" sz="1800" b="1" dirty="0" err="1" smtClean="0">
                <a:latin typeface="Kruti Dev 010" pitchFamily="2" charset="0"/>
              </a:rPr>
              <a:t>kauh</a:t>
            </a:r>
            <a:r>
              <a:rPr lang="en-US" sz="1800" b="1" dirty="0" smtClean="0">
                <a:latin typeface="Kruti Dev 010" pitchFamily="2" charset="0"/>
              </a:rPr>
              <a:t> </a:t>
            </a:r>
            <a:r>
              <a:rPr lang="en-US" sz="1800" b="1" dirty="0" err="1" smtClean="0">
                <a:latin typeface="Kruti Dev 010" pitchFamily="2" charset="0"/>
              </a:rPr>
              <a:t>fo’k;kyk</a:t>
            </a:r>
            <a:r>
              <a:rPr lang="en-US" sz="1800" b="1" dirty="0" smtClean="0">
                <a:latin typeface="Kruti Dev 010" pitchFamily="2" charset="0"/>
              </a:rPr>
              <a:t> </a:t>
            </a:r>
            <a:r>
              <a:rPr lang="en-US" sz="1800" b="1" dirty="0" err="1" smtClean="0">
                <a:latin typeface="Kruti Dev 010" pitchFamily="2" charset="0"/>
              </a:rPr>
              <a:t>vuql#u</a:t>
            </a:r>
            <a:r>
              <a:rPr lang="en-US" sz="1800" b="1" dirty="0" smtClean="0">
                <a:latin typeface="Kruti Dev 010" pitchFamily="2" charset="0"/>
              </a:rPr>
              <a:t> </a:t>
            </a:r>
            <a:r>
              <a:rPr lang="en-US" sz="1800" b="1" dirty="0" err="1" smtClean="0">
                <a:latin typeface="Kruti Dev 010" pitchFamily="2" charset="0"/>
              </a:rPr>
              <a:t>ekXkZn”kZu</a:t>
            </a:r>
            <a:r>
              <a:rPr lang="en-US" sz="1800" b="1" dirty="0" smtClean="0">
                <a:latin typeface="Kruti Dev 010" pitchFamily="2" charset="0"/>
              </a:rPr>
              <a:t> </a:t>
            </a:r>
            <a:r>
              <a:rPr lang="en-US" sz="1800" b="1" dirty="0" err="1" smtClean="0">
                <a:latin typeface="Kruti Dev 010" pitchFamily="2" charset="0"/>
              </a:rPr>
              <a:t>dsys</a:t>
            </a:r>
            <a:r>
              <a:rPr lang="en-US" sz="1800" b="1" dirty="0" smtClean="0">
                <a:latin typeface="Kruti Dev 010" pitchFamily="2" charset="0"/>
              </a:rPr>
              <a:t> +</a:t>
            </a:r>
            <a:endParaRPr lang="en-IN" dirty="0">
              <a:latin typeface="Kruti Dev 010" pitchFamily="2" charset="0"/>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67336" y="4437112"/>
            <a:ext cx="2771800" cy="2078850"/>
          </a:xfrm>
          <a:prstGeom prst="rect">
            <a:avLst/>
          </a:prstGeom>
          <a:ln>
            <a:noFill/>
          </a:ln>
          <a:effectLst>
            <a:outerShdw blurRad="292100" dist="139700" dir="2700000" algn="tl" rotWithShape="0">
              <a:srgbClr val="333333">
                <a:alpha val="65000"/>
              </a:srgbClr>
            </a:outerShdw>
          </a:effectLst>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84168" y="4437112"/>
            <a:ext cx="2736304" cy="2078850"/>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7504" y="4456372"/>
            <a:ext cx="2937273" cy="2059589"/>
          </a:xfrm>
          <a:prstGeom prst="rect">
            <a:avLst/>
          </a:prstGeom>
        </p:spPr>
      </p:pic>
    </p:spTree>
    <p:extLst>
      <p:ext uri="{BB962C8B-B14F-4D97-AF65-F5344CB8AC3E}">
        <p14:creationId xmlns:p14="http://schemas.microsoft.com/office/powerpoint/2010/main" val="2066352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764704"/>
            <a:ext cx="7851648" cy="936104"/>
          </a:xfrm>
        </p:spPr>
        <p:txBody>
          <a:bodyPr>
            <a:normAutofit/>
          </a:bodyPr>
          <a:lstStyle/>
          <a:p>
            <a:pPr algn="ctr"/>
            <a:r>
              <a:rPr lang="en-US" sz="3600" dirty="0" err="1" smtClean="0">
                <a:solidFill>
                  <a:srgbClr val="FFFF00"/>
                </a:solidFill>
                <a:latin typeface="Kruti Dev 010" pitchFamily="2" charset="0"/>
              </a:rPr>
              <a:t>fHkari</a:t>
            </a:r>
            <a:r>
              <a:rPr lang="en-US" sz="3600" dirty="0" smtClean="0">
                <a:solidFill>
                  <a:srgbClr val="FFFF00"/>
                </a:solidFill>
                <a:latin typeface="Kruti Dev 010" pitchFamily="2" charset="0"/>
              </a:rPr>
              <a:t>= </a:t>
            </a:r>
            <a:r>
              <a:rPr lang="en-US" sz="3600" dirty="0" err="1" smtClean="0">
                <a:solidFill>
                  <a:srgbClr val="FFFF00"/>
                </a:solidFill>
                <a:latin typeface="Kruti Dev 010" pitchFamily="2" charset="0"/>
              </a:rPr>
              <a:t>r#.k</a:t>
            </a:r>
            <a:r>
              <a:rPr lang="en-US" sz="3600" dirty="0" smtClean="0">
                <a:solidFill>
                  <a:srgbClr val="FFFF00"/>
                </a:solidFill>
                <a:latin typeface="Kruti Dev 010" pitchFamily="2" charset="0"/>
              </a:rPr>
              <a:t> </a:t>
            </a:r>
            <a:r>
              <a:rPr lang="en-US" sz="3600" dirty="0" err="1" smtClean="0">
                <a:solidFill>
                  <a:srgbClr val="FFFF00"/>
                </a:solidFill>
                <a:latin typeface="Kruti Dev 010" pitchFamily="2" charset="0"/>
              </a:rPr>
              <a:t>laikfndk</a:t>
            </a:r>
            <a:r>
              <a:rPr lang="en-US" sz="3600" dirty="0" smtClean="0">
                <a:solidFill>
                  <a:srgbClr val="FFFF00"/>
                </a:solidFill>
                <a:latin typeface="Kruti Dev 010" pitchFamily="2" charset="0"/>
              </a:rPr>
              <a:t> </a:t>
            </a:r>
            <a:r>
              <a:rPr lang="en-US" sz="3600" dirty="0" err="1" smtClean="0">
                <a:solidFill>
                  <a:srgbClr val="FFFF00"/>
                </a:solidFill>
                <a:latin typeface="Kruti Dev 010" pitchFamily="2" charset="0"/>
              </a:rPr>
              <a:t>fo|kFkhZ</a:t>
            </a:r>
            <a:r>
              <a:rPr lang="en-US" sz="3600" dirty="0" smtClean="0">
                <a:solidFill>
                  <a:srgbClr val="FFFF00"/>
                </a:solidFill>
                <a:latin typeface="Kruti Dev 010" pitchFamily="2" charset="0"/>
              </a:rPr>
              <a:t> </a:t>
            </a:r>
            <a:r>
              <a:rPr lang="en-US" sz="3600" dirty="0" err="1" smtClean="0">
                <a:solidFill>
                  <a:srgbClr val="FFFF00"/>
                </a:solidFill>
                <a:latin typeface="Kruti Dev 010" pitchFamily="2" charset="0"/>
              </a:rPr>
              <a:t>ys</a:t>
            </a:r>
            <a:r>
              <a:rPr lang="en-US" sz="3600" dirty="0" smtClean="0">
                <a:solidFill>
                  <a:srgbClr val="FFFF00"/>
                </a:solidFill>
                <a:latin typeface="Kruti Dev 010" pitchFamily="2" charset="0"/>
              </a:rPr>
              <a:t>[</a:t>
            </a:r>
            <a:r>
              <a:rPr lang="en-US" sz="3600" dirty="0" err="1" smtClean="0">
                <a:solidFill>
                  <a:srgbClr val="FFFF00"/>
                </a:solidFill>
                <a:latin typeface="Kruti Dev 010" pitchFamily="2" charset="0"/>
              </a:rPr>
              <a:t>kd</a:t>
            </a:r>
            <a:r>
              <a:rPr lang="en-US" sz="3600" dirty="0" smtClean="0">
                <a:solidFill>
                  <a:srgbClr val="FFFF00"/>
                </a:solidFill>
                <a:latin typeface="Kruti Dev 010" pitchFamily="2" charset="0"/>
              </a:rPr>
              <a:t> </a:t>
            </a:r>
            <a:r>
              <a:rPr lang="en-US" sz="3600" dirty="0" err="1" smtClean="0">
                <a:solidFill>
                  <a:srgbClr val="FFFF00"/>
                </a:solidFill>
                <a:latin typeface="Kruti Dev 010" pitchFamily="2" charset="0"/>
              </a:rPr>
              <a:t>eaMG</a:t>
            </a:r>
            <a:endParaRPr lang="en-IN" sz="3600" dirty="0">
              <a:solidFill>
                <a:srgbClr val="FFFF00"/>
              </a:solidFill>
              <a:latin typeface="Kruti Dev 010" pitchFamily="2" charset="0"/>
            </a:endParaRPr>
          </a:p>
        </p:txBody>
      </p:sp>
      <p:sp>
        <p:nvSpPr>
          <p:cNvPr id="3" name="Subtitle 2"/>
          <p:cNvSpPr>
            <a:spLocks noGrp="1"/>
          </p:cNvSpPr>
          <p:nvPr>
            <p:ph type="subTitle" idx="1"/>
          </p:nvPr>
        </p:nvSpPr>
        <p:spPr>
          <a:xfrm>
            <a:off x="683568" y="1988840"/>
            <a:ext cx="7854696" cy="2160240"/>
          </a:xfrm>
        </p:spPr>
        <p:txBody>
          <a:bodyPr/>
          <a:lstStyle/>
          <a:p>
            <a:pPr algn="just"/>
            <a:r>
              <a:rPr lang="en-US" dirty="0">
                <a:latin typeface="Kruti Dev 010" pitchFamily="2" charset="0"/>
              </a:rPr>
              <a:t>	</a:t>
            </a:r>
            <a:r>
              <a:rPr lang="en-US" sz="2000" b="1" dirty="0" err="1" smtClean="0">
                <a:latin typeface="Kruti Dev 010" pitchFamily="2" charset="0"/>
              </a:rPr>
              <a:t>ih</a:t>
            </a:r>
            <a:r>
              <a:rPr lang="en-US" sz="2000" b="1" dirty="0" smtClean="0">
                <a:latin typeface="Kruti Dev 010" pitchFamily="2" charset="0"/>
              </a:rPr>
              <a:t> + ,e + </a:t>
            </a:r>
            <a:r>
              <a:rPr lang="en-US" sz="2000" b="1" dirty="0" err="1" smtClean="0">
                <a:latin typeface="Kruti Dev 010" pitchFamily="2" charset="0"/>
              </a:rPr>
              <a:t>Jh</a:t>
            </a:r>
            <a:r>
              <a:rPr lang="en-US" sz="2000" b="1" dirty="0" smtClean="0">
                <a:latin typeface="Kruti Dev 010" pitchFamily="2" charset="0"/>
              </a:rPr>
              <a:t> + </a:t>
            </a:r>
            <a:r>
              <a:rPr lang="en-US" sz="2000" b="1" dirty="0" err="1" smtClean="0">
                <a:latin typeface="Kruti Dev 010" pitchFamily="2" charset="0"/>
              </a:rPr>
              <a:t>lkfo</a:t>
            </a:r>
            <a:r>
              <a:rPr lang="en-US" sz="2000" b="1" dirty="0" smtClean="0">
                <a:latin typeface="Kruti Dev 010" pitchFamily="2" charset="0"/>
              </a:rPr>
              <a:t>=</a:t>
            </a:r>
            <a:r>
              <a:rPr lang="en-US" sz="2000" b="1" dirty="0" err="1" smtClean="0">
                <a:latin typeface="Kruti Dev 010" pitchFamily="2" charset="0"/>
              </a:rPr>
              <a:t>hckbZ</a:t>
            </a:r>
            <a:r>
              <a:rPr lang="en-US" sz="2000" b="1" dirty="0" smtClean="0">
                <a:latin typeface="Kruti Dev 010" pitchFamily="2" charset="0"/>
              </a:rPr>
              <a:t> </a:t>
            </a:r>
            <a:r>
              <a:rPr lang="en-US" sz="2000" b="1" dirty="0" err="1" smtClean="0">
                <a:latin typeface="Kruti Dev 010" pitchFamily="2" charset="0"/>
              </a:rPr>
              <a:t>Qqys</a:t>
            </a:r>
            <a:r>
              <a:rPr lang="en-US" sz="2000" b="1" dirty="0" smtClean="0">
                <a:latin typeface="Kruti Dev 010" pitchFamily="2" charset="0"/>
              </a:rPr>
              <a:t> </a:t>
            </a:r>
            <a:r>
              <a:rPr lang="en-US" sz="2000" b="1" dirty="0" err="1" smtClean="0">
                <a:latin typeface="Kruti Dev 010" pitchFamily="2" charset="0"/>
              </a:rPr>
              <a:t>gk;Ldqy</a:t>
            </a:r>
            <a:r>
              <a:rPr lang="en-US" sz="2000" b="1" dirty="0" smtClean="0">
                <a:latin typeface="Kruti Dev 010" pitchFamily="2" charset="0"/>
              </a:rPr>
              <a:t> </a:t>
            </a:r>
            <a:r>
              <a:rPr lang="en-US" sz="2000" b="1" dirty="0" err="1" smtClean="0">
                <a:latin typeface="Kruti Dev 010" pitchFamily="2" charset="0"/>
              </a:rPr>
              <a:t>euik</a:t>
            </a:r>
            <a:r>
              <a:rPr lang="en-US" sz="2000" b="1" dirty="0" smtClean="0">
                <a:latin typeface="Kruti Dev 010" pitchFamily="2" charset="0"/>
              </a:rPr>
              <a:t> </a:t>
            </a:r>
            <a:r>
              <a:rPr lang="en-US" sz="2000" b="1" dirty="0" err="1" smtClean="0">
                <a:latin typeface="Kruti Dev 010" pitchFamily="2" charset="0"/>
              </a:rPr>
              <a:t>Pkanziwj</a:t>
            </a:r>
            <a:r>
              <a:rPr lang="en-US" sz="2000" b="1" dirty="0" smtClean="0">
                <a:latin typeface="Kruti Dev 010" pitchFamily="2" charset="0"/>
              </a:rPr>
              <a:t> </a:t>
            </a:r>
            <a:r>
              <a:rPr lang="en-US" sz="2000" b="1" dirty="0" err="1" smtClean="0">
                <a:latin typeface="Kruti Dev 010" pitchFamily="2" charset="0"/>
              </a:rPr>
              <a:t>varxZRk</a:t>
            </a:r>
            <a:r>
              <a:rPr lang="en-US" sz="2000" b="1" dirty="0" smtClean="0">
                <a:latin typeface="Kruti Dev 010" pitchFamily="2" charset="0"/>
              </a:rPr>
              <a:t> </a:t>
            </a:r>
            <a:r>
              <a:rPr lang="en-US" sz="2000" b="1" dirty="0" err="1" smtClean="0">
                <a:latin typeface="Kruti Dev 010" pitchFamily="2" charset="0"/>
              </a:rPr>
              <a:t>fHkari</a:t>
            </a:r>
            <a:r>
              <a:rPr lang="en-US" sz="2000" b="1" dirty="0" smtClean="0">
                <a:latin typeface="Kruti Dev 010" pitchFamily="2" charset="0"/>
              </a:rPr>
              <a:t>= </a:t>
            </a:r>
            <a:r>
              <a:rPr lang="en-US" sz="2000" b="1" dirty="0" err="1" smtClean="0">
                <a:latin typeface="Kruti Dev 010" pitchFamily="2" charset="0"/>
              </a:rPr>
              <a:t>r#.k</a:t>
            </a:r>
            <a:r>
              <a:rPr lang="en-US" sz="2000" b="1" dirty="0" smtClean="0">
                <a:latin typeface="Kruti Dev 010" pitchFamily="2" charset="0"/>
              </a:rPr>
              <a:t> </a:t>
            </a:r>
            <a:r>
              <a:rPr lang="en-US" sz="2000" b="1" dirty="0" err="1" smtClean="0">
                <a:latin typeface="Kruti Dev 010" pitchFamily="2" charset="0"/>
              </a:rPr>
              <a:t>laikfndk</a:t>
            </a:r>
            <a:r>
              <a:rPr lang="en-US" sz="2000" b="1" dirty="0" smtClean="0">
                <a:latin typeface="Kruti Dev 010" pitchFamily="2" charset="0"/>
              </a:rPr>
              <a:t> </a:t>
            </a:r>
            <a:r>
              <a:rPr lang="en-US" sz="2000" b="1" dirty="0" err="1" smtClean="0">
                <a:latin typeface="Kruti Dev 010" pitchFamily="2" charset="0"/>
              </a:rPr>
              <a:t>fo|kFkhZ</a:t>
            </a:r>
            <a:r>
              <a:rPr lang="en-US" sz="2000" b="1" dirty="0" smtClean="0">
                <a:latin typeface="Kruti Dev 010" pitchFamily="2" charset="0"/>
              </a:rPr>
              <a:t> </a:t>
            </a:r>
            <a:r>
              <a:rPr lang="en-US" sz="2000" b="1" dirty="0" err="1" smtClean="0">
                <a:latin typeface="Kruti Dev 010" pitchFamily="2" charset="0"/>
              </a:rPr>
              <a:t>ys</a:t>
            </a:r>
            <a:r>
              <a:rPr lang="en-US" sz="2000" b="1" dirty="0" smtClean="0">
                <a:latin typeface="Kruti Dev 010" pitchFamily="2" charset="0"/>
              </a:rPr>
              <a:t>[</a:t>
            </a:r>
            <a:r>
              <a:rPr lang="en-US" sz="2000" b="1" dirty="0" err="1" smtClean="0">
                <a:latin typeface="Kruti Dev 010" pitchFamily="2" charset="0"/>
              </a:rPr>
              <a:t>kd</a:t>
            </a:r>
            <a:r>
              <a:rPr lang="en-US" sz="2000" b="1" dirty="0" smtClean="0">
                <a:latin typeface="Kruti Dev 010" pitchFamily="2" charset="0"/>
              </a:rPr>
              <a:t> </a:t>
            </a:r>
            <a:r>
              <a:rPr lang="en-US" sz="2000" b="1" dirty="0" err="1" smtClean="0">
                <a:latin typeface="Kruti Dev 010" pitchFamily="2" charset="0"/>
              </a:rPr>
              <a:t>eaMG</a:t>
            </a:r>
            <a:r>
              <a:rPr lang="en-US" sz="2000" b="1" dirty="0" smtClean="0">
                <a:latin typeface="Kruti Dev 010" pitchFamily="2" charset="0"/>
              </a:rPr>
              <a:t> </a:t>
            </a:r>
            <a:r>
              <a:rPr lang="en-US" sz="2000" b="1" dirty="0" err="1" smtClean="0">
                <a:latin typeface="Kruti Dev 010" pitchFamily="2" charset="0"/>
              </a:rPr>
              <a:t>midze</a:t>
            </a:r>
            <a:r>
              <a:rPr lang="en-US" sz="2000" b="1" dirty="0" smtClean="0">
                <a:latin typeface="Kruti Dev 010" pitchFamily="2" charset="0"/>
              </a:rPr>
              <a:t> </a:t>
            </a:r>
            <a:r>
              <a:rPr lang="en-US" sz="2000" b="1" dirty="0" err="1" smtClean="0">
                <a:latin typeface="Kruti Dev 010" pitchFamily="2" charset="0"/>
              </a:rPr>
              <a:t>jkcfo</a:t>
            </a:r>
            <a:r>
              <a:rPr lang="en-US" sz="2000" b="1" dirty="0" smtClean="0">
                <a:latin typeface="Kruti Dev 010" pitchFamily="2" charset="0"/>
              </a:rPr>
              <a:t>.;</a:t>
            </a:r>
            <a:r>
              <a:rPr lang="en-US" sz="2000" b="1" dirty="0" err="1" smtClean="0">
                <a:latin typeface="Kruti Dev 010" pitchFamily="2" charset="0"/>
              </a:rPr>
              <a:t>kr</a:t>
            </a:r>
            <a:r>
              <a:rPr lang="en-US" sz="2000" b="1" dirty="0" smtClean="0">
                <a:latin typeface="Kruti Dev 010" pitchFamily="2" charset="0"/>
              </a:rPr>
              <a:t> </a:t>
            </a:r>
            <a:r>
              <a:rPr lang="en-US" sz="2000" b="1" dirty="0" err="1" smtClean="0">
                <a:latin typeface="Kruti Dev 010" pitchFamily="2" charset="0"/>
              </a:rPr>
              <a:t>vkyk</a:t>
            </a:r>
            <a:r>
              <a:rPr lang="en-US" sz="2000" b="1" dirty="0" smtClean="0">
                <a:latin typeface="Kruti Dev 010" pitchFamily="2" charset="0"/>
              </a:rPr>
              <a:t> + ;k </a:t>
            </a:r>
            <a:r>
              <a:rPr lang="en-US" sz="2000" b="1" dirty="0" err="1" smtClean="0">
                <a:latin typeface="Kruti Dev 010" pitchFamily="2" charset="0"/>
              </a:rPr>
              <a:t>midzekyk</a:t>
            </a:r>
            <a:r>
              <a:rPr lang="en-US" sz="2000" b="1" dirty="0" smtClean="0">
                <a:latin typeface="Kruti Dev 010" pitchFamily="2" charset="0"/>
              </a:rPr>
              <a:t> “</a:t>
            </a:r>
            <a:r>
              <a:rPr lang="en-US" sz="2000" b="1" dirty="0" err="1" smtClean="0">
                <a:latin typeface="Kruti Dev 010" pitchFamily="2" charset="0"/>
              </a:rPr>
              <a:t>kkGsps</a:t>
            </a:r>
            <a:r>
              <a:rPr lang="en-US" sz="2000" b="1" dirty="0" smtClean="0">
                <a:latin typeface="Kruti Dev 010" pitchFamily="2" charset="0"/>
              </a:rPr>
              <a:t> </a:t>
            </a:r>
            <a:r>
              <a:rPr lang="en-US" sz="2000" b="1" dirty="0" err="1" smtClean="0">
                <a:latin typeface="Kruti Dev 010" pitchFamily="2" charset="0"/>
              </a:rPr>
              <a:t>ek</a:t>
            </a:r>
            <a:r>
              <a:rPr lang="en-US" sz="2000" b="1" dirty="0" smtClean="0">
                <a:latin typeface="Kruti Dev 010" pitchFamily="2" charset="0"/>
              </a:rPr>
              <a:t> + </a:t>
            </a:r>
            <a:r>
              <a:rPr lang="en-US" sz="2000" b="1" dirty="0" err="1" smtClean="0">
                <a:latin typeface="Kruti Dev 010" pitchFamily="2" charset="0"/>
              </a:rPr>
              <a:t>eq</a:t>
            </a:r>
            <a:r>
              <a:rPr lang="en-US" sz="2000" b="1" dirty="0" smtClean="0">
                <a:latin typeface="Kruti Dev 010" pitchFamily="2" charset="0"/>
              </a:rPr>
              <a:t>[;k/;kid </a:t>
            </a:r>
            <a:r>
              <a:rPr lang="en-US" sz="2000" b="1" dirty="0" err="1" smtClean="0">
                <a:latin typeface="Kruti Dev 010" pitchFamily="2" charset="0"/>
              </a:rPr>
              <a:t>bjikrs</a:t>
            </a:r>
            <a:r>
              <a:rPr lang="en-US" sz="2000" b="1" dirty="0" smtClean="0">
                <a:latin typeface="Kruti Dev 010" pitchFamily="2" charset="0"/>
              </a:rPr>
              <a:t> </a:t>
            </a:r>
            <a:r>
              <a:rPr lang="en-US" sz="2000" b="1" dirty="0" err="1" smtClean="0">
                <a:latin typeface="Kruti Dev 010" pitchFamily="2" charset="0"/>
              </a:rPr>
              <a:t>lj</a:t>
            </a:r>
            <a:r>
              <a:rPr lang="en-US" sz="2000" b="1" dirty="0" smtClean="0">
                <a:latin typeface="Kruti Dev 010" pitchFamily="2" charset="0"/>
              </a:rPr>
              <a:t> ;</a:t>
            </a:r>
            <a:r>
              <a:rPr lang="en-US" sz="2000" b="1" dirty="0" err="1" smtClean="0">
                <a:latin typeface="Kruti Dev 010" pitchFamily="2" charset="0"/>
              </a:rPr>
              <a:t>kaP;k</a:t>
            </a:r>
            <a:r>
              <a:rPr lang="en-US" sz="2000" b="1" dirty="0" smtClean="0">
                <a:latin typeface="Kruti Dev 010" pitchFamily="2" charset="0"/>
              </a:rPr>
              <a:t> </a:t>
            </a:r>
            <a:r>
              <a:rPr lang="en-US" sz="2000" b="1" dirty="0" err="1" smtClean="0">
                <a:latin typeface="Kruti Dev 010" pitchFamily="2" charset="0"/>
              </a:rPr>
              <a:t>gLrs</a:t>
            </a:r>
            <a:r>
              <a:rPr lang="en-US" sz="2000" b="1" dirty="0" smtClean="0">
                <a:latin typeface="Kruti Dev 010" pitchFamily="2" charset="0"/>
              </a:rPr>
              <a:t> </a:t>
            </a:r>
            <a:r>
              <a:rPr lang="en-US" sz="2000" b="1" dirty="0" err="1" smtClean="0">
                <a:latin typeface="Kruti Dev 010" pitchFamily="2" charset="0"/>
              </a:rPr>
              <a:t>mn</a:t>
            </a:r>
            <a:r>
              <a:rPr lang="en-US" sz="2000" b="1" dirty="0" smtClean="0">
                <a:latin typeface="Kruti Dev 010" pitchFamily="2" charset="0"/>
              </a:rPr>
              <a:t>~?</a:t>
            </a:r>
            <a:r>
              <a:rPr lang="en-US" sz="2000" b="1" dirty="0" err="1" smtClean="0">
                <a:latin typeface="Kruti Dev 010" pitchFamily="2" charset="0"/>
              </a:rPr>
              <a:t>kkVu</a:t>
            </a:r>
            <a:r>
              <a:rPr lang="en-US" sz="2000" b="1" dirty="0" smtClean="0">
                <a:latin typeface="Kruti Dev 010" pitchFamily="2" charset="0"/>
              </a:rPr>
              <a:t> </a:t>
            </a:r>
            <a:r>
              <a:rPr lang="en-US" sz="2000" b="1" dirty="0" err="1" smtClean="0">
                <a:latin typeface="Kruti Dev 010" pitchFamily="2" charset="0"/>
              </a:rPr>
              <a:t>dj</a:t>
            </a:r>
            <a:r>
              <a:rPr lang="en-US" sz="2000" b="1" dirty="0" smtClean="0">
                <a:latin typeface="Kruti Dev 010" pitchFamily="2" charset="0"/>
              </a:rPr>
              <a:t>.;</a:t>
            </a:r>
            <a:r>
              <a:rPr lang="en-US" sz="2000" b="1" dirty="0" err="1" smtClean="0">
                <a:latin typeface="Kruti Dev 010" pitchFamily="2" charset="0"/>
              </a:rPr>
              <a:t>kr</a:t>
            </a:r>
            <a:r>
              <a:rPr lang="en-US" sz="2000" b="1" dirty="0" smtClean="0">
                <a:latin typeface="Kruti Dev 010" pitchFamily="2" charset="0"/>
              </a:rPr>
              <a:t> </a:t>
            </a:r>
            <a:r>
              <a:rPr lang="en-US" sz="2000" b="1" dirty="0" err="1" smtClean="0">
                <a:latin typeface="Kruti Dev 010" pitchFamily="2" charset="0"/>
              </a:rPr>
              <a:t>vkys</a:t>
            </a:r>
            <a:r>
              <a:rPr lang="en-US" sz="2000" b="1" dirty="0" smtClean="0">
                <a:latin typeface="Kruti Dev 010" pitchFamily="2" charset="0"/>
              </a:rPr>
              <a:t> +</a:t>
            </a:r>
            <a:endParaRPr lang="en-IN" dirty="0">
              <a:latin typeface="Kruti Dev 010" pitchFamily="2" charset="0"/>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3448" y="3339486"/>
            <a:ext cx="3006080" cy="2681801"/>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75856" y="3356992"/>
            <a:ext cx="2880320" cy="2664296"/>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93298" y="3366120"/>
            <a:ext cx="2843808" cy="2655168"/>
          </a:xfrm>
          <a:prstGeom prst="rect">
            <a:avLst/>
          </a:prstGeom>
        </p:spPr>
      </p:pic>
    </p:spTree>
    <p:extLst>
      <p:ext uri="{BB962C8B-B14F-4D97-AF65-F5344CB8AC3E}">
        <p14:creationId xmlns:p14="http://schemas.microsoft.com/office/powerpoint/2010/main" val="79240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836712"/>
            <a:ext cx="7851648" cy="905272"/>
          </a:xfrm>
        </p:spPr>
        <p:txBody>
          <a:bodyPr>
            <a:normAutofit/>
          </a:bodyPr>
          <a:lstStyle/>
          <a:p>
            <a:pPr algn="ctr"/>
            <a:r>
              <a:rPr lang="en-US" sz="4000" dirty="0" err="1" smtClean="0">
                <a:solidFill>
                  <a:srgbClr val="FFFF00"/>
                </a:solidFill>
                <a:latin typeface="Kruti Dev 010" pitchFamily="2" charset="0"/>
              </a:rPr>
              <a:t>fo”ks’k</a:t>
            </a:r>
            <a:r>
              <a:rPr lang="en-US" sz="4000" dirty="0" smtClean="0">
                <a:solidFill>
                  <a:srgbClr val="FFFF00"/>
                </a:solidFill>
                <a:latin typeface="Kruti Dev 010" pitchFamily="2" charset="0"/>
              </a:rPr>
              <a:t> </a:t>
            </a:r>
            <a:r>
              <a:rPr lang="en-US" sz="4000" dirty="0" err="1" smtClean="0">
                <a:solidFill>
                  <a:srgbClr val="FFFF00"/>
                </a:solidFill>
                <a:latin typeface="Kruti Dev 010" pitchFamily="2" charset="0"/>
              </a:rPr>
              <a:t>xjtk</a:t>
            </a:r>
            <a:r>
              <a:rPr lang="en-US" sz="4000" dirty="0" smtClean="0">
                <a:solidFill>
                  <a:srgbClr val="FFFF00"/>
                </a:solidFill>
                <a:latin typeface="Kruti Dev 010" pitchFamily="2" charset="0"/>
              </a:rPr>
              <a:t> </a:t>
            </a:r>
            <a:r>
              <a:rPr lang="en-US" sz="4000" dirty="0" err="1" smtClean="0">
                <a:solidFill>
                  <a:srgbClr val="FFFF00"/>
                </a:solidFill>
                <a:latin typeface="Kruti Dev 010" pitchFamily="2" charset="0"/>
              </a:rPr>
              <a:t>vl.kkj;k</a:t>
            </a:r>
            <a:r>
              <a:rPr lang="en-US" sz="4000" dirty="0" smtClean="0">
                <a:solidFill>
                  <a:srgbClr val="FFFF00"/>
                </a:solidFill>
                <a:latin typeface="Kruti Dev 010" pitchFamily="2" charset="0"/>
              </a:rPr>
              <a:t> fo|kFkhZ.kh </a:t>
            </a:r>
            <a:endParaRPr lang="en-IN" sz="4000" dirty="0">
              <a:solidFill>
                <a:srgbClr val="FFFF00"/>
              </a:solidFill>
              <a:latin typeface="Kruti Dev 010" pitchFamily="2" charset="0"/>
            </a:endParaRPr>
          </a:p>
        </p:txBody>
      </p:sp>
      <p:sp>
        <p:nvSpPr>
          <p:cNvPr id="3" name="Subtitle 2"/>
          <p:cNvSpPr>
            <a:spLocks noGrp="1"/>
          </p:cNvSpPr>
          <p:nvPr>
            <p:ph type="subTitle" idx="1"/>
          </p:nvPr>
        </p:nvSpPr>
        <p:spPr>
          <a:xfrm>
            <a:off x="533400" y="1988840"/>
            <a:ext cx="8143056" cy="4536504"/>
          </a:xfrm>
        </p:spPr>
        <p:txBody>
          <a:bodyPr/>
          <a:lstStyle/>
          <a:p>
            <a:pPr algn="just"/>
            <a:r>
              <a:rPr lang="en-US" dirty="0" smtClean="0">
                <a:latin typeface="Kruti Dev 010" pitchFamily="2" charset="0"/>
              </a:rPr>
              <a:t>	</a:t>
            </a:r>
            <a:r>
              <a:rPr lang="en-US" sz="2400" b="1" dirty="0" err="1" smtClean="0">
                <a:latin typeface="Kruti Dev 010" pitchFamily="2" charset="0"/>
              </a:rPr>
              <a:t>fo”ks’k</a:t>
            </a:r>
            <a:r>
              <a:rPr lang="en-US" sz="2400" dirty="0" smtClean="0">
                <a:latin typeface="Kruti Dev 010" pitchFamily="2" charset="0"/>
              </a:rPr>
              <a:t> </a:t>
            </a:r>
            <a:r>
              <a:rPr lang="en-US" sz="2400" b="1" dirty="0" err="1" smtClean="0">
                <a:latin typeface="Kruti Dev 010" pitchFamily="2" charset="0"/>
              </a:rPr>
              <a:t>xjtk</a:t>
            </a:r>
            <a:r>
              <a:rPr lang="en-US" sz="2400" b="1" dirty="0" smtClean="0">
                <a:latin typeface="Kruti Dev 010" pitchFamily="2" charset="0"/>
              </a:rPr>
              <a:t> </a:t>
            </a:r>
            <a:r>
              <a:rPr lang="en-US" sz="2400" b="1" dirty="0" err="1" smtClean="0">
                <a:latin typeface="Kruti Dev 010" pitchFamily="2" charset="0"/>
              </a:rPr>
              <a:t>vl.kkj;k</a:t>
            </a:r>
            <a:r>
              <a:rPr lang="en-US" sz="2400" b="1" dirty="0" smtClean="0">
                <a:latin typeface="Kruti Dev 010" pitchFamily="2" charset="0"/>
              </a:rPr>
              <a:t> “</a:t>
            </a:r>
            <a:r>
              <a:rPr lang="en-US" sz="2400" b="1" dirty="0" err="1" smtClean="0">
                <a:latin typeface="Kruti Dev 010" pitchFamily="2" charset="0"/>
              </a:rPr>
              <a:t>kkGsP;k</a:t>
            </a:r>
            <a:r>
              <a:rPr lang="en-US" sz="2400" b="1" dirty="0" smtClean="0">
                <a:latin typeface="Kruti Dev 010" pitchFamily="2" charset="0"/>
              </a:rPr>
              <a:t> 5 </a:t>
            </a:r>
            <a:r>
              <a:rPr lang="en-US" sz="2400" b="1" dirty="0" err="1" smtClean="0">
                <a:latin typeface="Kruti Dev 010" pitchFamily="2" charset="0"/>
              </a:rPr>
              <a:t>fo|kFkhZuhaph</a:t>
            </a:r>
            <a:r>
              <a:rPr lang="en-US" sz="2400" b="1" dirty="0" smtClean="0">
                <a:latin typeface="Kruti Dev 010" pitchFamily="2" charset="0"/>
              </a:rPr>
              <a:t> </a:t>
            </a:r>
            <a:r>
              <a:rPr lang="en-US" sz="2400" b="1" dirty="0" err="1" smtClean="0">
                <a:latin typeface="Kruti Dev 010" pitchFamily="2" charset="0"/>
              </a:rPr>
              <a:t>fuoM</a:t>
            </a:r>
            <a:r>
              <a:rPr lang="en-US" sz="2400" b="1" dirty="0" smtClean="0">
                <a:latin typeface="Kruti Dev 010" pitchFamily="2" charset="0"/>
              </a:rPr>
              <a:t> </a:t>
            </a:r>
            <a:r>
              <a:rPr lang="en-US" sz="2400" b="1" dirty="0" err="1" smtClean="0">
                <a:latin typeface="Kruti Dev 010" pitchFamily="2" charset="0"/>
              </a:rPr>
              <a:t>dj</a:t>
            </a:r>
            <a:r>
              <a:rPr lang="en-US" sz="2400" b="1" dirty="0" smtClean="0">
                <a:latin typeface="Kruti Dev 010" pitchFamily="2" charset="0"/>
              </a:rPr>
              <a:t>.;</a:t>
            </a:r>
            <a:r>
              <a:rPr lang="en-US" sz="2400" b="1" dirty="0" err="1" smtClean="0">
                <a:latin typeface="Kruti Dev 010" pitchFamily="2" charset="0"/>
              </a:rPr>
              <a:t>kr</a:t>
            </a:r>
            <a:r>
              <a:rPr lang="en-US" sz="2400" b="1" dirty="0" smtClean="0">
                <a:latin typeface="Kruti Dev 010" pitchFamily="2" charset="0"/>
              </a:rPr>
              <a:t> </a:t>
            </a:r>
            <a:r>
              <a:rPr lang="en-US" sz="2400" b="1" dirty="0" err="1" smtClean="0">
                <a:latin typeface="Kruti Dev 010" pitchFamily="2" charset="0"/>
              </a:rPr>
              <a:t>vkyh</a:t>
            </a:r>
            <a:r>
              <a:rPr lang="en-US" sz="2400" b="1" dirty="0" smtClean="0">
                <a:latin typeface="Kruti Dev 010" pitchFamily="2" charset="0"/>
              </a:rPr>
              <a:t> </a:t>
            </a:r>
            <a:r>
              <a:rPr lang="en-US" sz="2400" b="1" dirty="0" err="1" smtClean="0">
                <a:latin typeface="Kruti Dev 010" pitchFamily="2" charset="0"/>
              </a:rPr>
              <a:t>vkgs</a:t>
            </a:r>
            <a:r>
              <a:rPr lang="en-US" sz="2400" b="1" dirty="0" smtClean="0">
                <a:latin typeface="Kruti Dev 010" pitchFamily="2" charset="0"/>
              </a:rPr>
              <a:t> + ;</a:t>
            </a:r>
            <a:r>
              <a:rPr lang="en-US" sz="2400" b="1" dirty="0" err="1" smtClean="0">
                <a:latin typeface="Kruti Dev 010" pitchFamily="2" charset="0"/>
              </a:rPr>
              <a:t>ke</a:t>
            </a:r>
            <a:r>
              <a:rPr lang="en-US" sz="2400" b="1" dirty="0" smtClean="0">
                <a:latin typeface="Kruti Dev 010" pitchFamily="2" charset="0"/>
              </a:rPr>
              <a:t>/;s 1 + </a:t>
            </a:r>
            <a:r>
              <a:rPr lang="en-US" sz="2400" b="1" dirty="0" err="1" smtClean="0">
                <a:latin typeface="Kruti Dev 010" pitchFamily="2" charset="0"/>
              </a:rPr>
              <a:t>Lokuanh</a:t>
            </a:r>
            <a:r>
              <a:rPr lang="en-US" sz="2400" b="1" dirty="0" smtClean="0">
                <a:latin typeface="Kruti Dev 010" pitchFamily="2" charset="0"/>
              </a:rPr>
              <a:t> </a:t>
            </a:r>
            <a:r>
              <a:rPr lang="en-US" sz="2400" b="1" dirty="0" err="1" smtClean="0">
                <a:latin typeface="Kruti Dev 010" pitchFamily="2" charset="0"/>
              </a:rPr>
              <a:t>oxjdj</a:t>
            </a:r>
            <a:r>
              <a:rPr lang="en-US" sz="2400" b="1" dirty="0" smtClean="0">
                <a:latin typeface="Kruti Dev 010" pitchFamily="2" charset="0"/>
              </a:rPr>
              <a:t> ] 2 + </a:t>
            </a:r>
            <a:r>
              <a:rPr lang="en-US" sz="2400" b="1" dirty="0" err="1" smtClean="0">
                <a:latin typeface="Kruti Dev 010" pitchFamily="2" charset="0"/>
              </a:rPr>
              <a:t>rstLohuh</a:t>
            </a:r>
            <a:r>
              <a:rPr lang="en-US" sz="2400" b="1" dirty="0" smtClean="0">
                <a:latin typeface="Kruti Dev 010" pitchFamily="2" charset="0"/>
              </a:rPr>
              <a:t> </a:t>
            </a:r>
            <a:r>
              <a:rPr lang="en-US" sz="2400" b="1" dirty="0" err="1" smtClean="0">
                <a:latin typeface="Kruti Dev 010" pitchFamily="2" charset="0"/>
              </a:rPr>
              <a:t>fto.ks</a:t>
            </a:r>
            <a:r>
              <a:rPr lang="en-US" sz="2400" b="1" dirty="0" smtClean="0">
                <a:latin typeface="Kruti Dev 010" pitchFamily="2" charset="0"/>
              </a:rPr>
              <a:t> ] 3 + </a:t>
            </a:r>
            <a:r>
              <a:rPr lang="en-US" sz="2400" b="1" dirty="0" err="1" smtClean="0">
                <a:latin typeface="Kruti Dev 010" pitchFamily="2" charset="0"/>
              </a:rPr>
              <a:t>dkosjh</a:t>
            </a:r>
            <a:r>
              <a:rPr lang="en-US" sz="2400" b="1" dirty="0" smtClean="0">
                <a:latin typeface="Kruti Dev 010" pitchFamily="2" charset="0"/>
              </a:rPr>
              <a:t> </a:t>
            </a:r>
            <a:r>
              <a:rPr lang="en-US" sz="2400" b="1" dirty="0" err="1" smtClean="0">
                <a:latin typeface="Kruti Dev 010" pitchFamily="2" charset="0"/>
              </a:rPr>
              <a:t>esJke</a:t>
            </a:r>
            <a:r>
              <a:rPr lang="en-US" sz="2400" b="1" dirty="0" smtClean="0">
                <a:latin typeface="Kruti Dev 010" pitchFamily="2" charset="0"/>
              </a:rPr>
              <a:t> ] 4 + </a:t>
            </a:r>
            <a:r>
              <a:rPr lang="en-US" sz="2400" b="1" dirty="0" err="1" smtClean="0">
                <a:latin typeface="Kruti Dev 010" pitchFamily="2" charset="0"/>
              </a:rPr>
              <a:t>t;Jh</a:t>
            </a:r>
            <a:r>
              <a:rPr lang="en-US" sz="2400" b="1" dirty="0" smtClean="0">
                <a:latin typeface="Kruti Dev 010" pitchFamily="2" charset="0"/>
              </a:rPr>
              <a:t> </a:t>
            </a:r>
            <a:r>
              <a:rPr lang="en-US" sz="2400" b="1" dirty="0" err="1" smtClean="0">
                <a:latin typeface="Kruti Dev 010" pitchFamily="2" charset="0"/>
              </a:rPr>
              <a:t>Hkkysjko</a:t>
            </a:r>
            <a:r>
              <a:rPr lang="en-US" sz="2400" b="1" dirty="0" smtClean="0">
                <a:latin typeface="Kruti Dev 010" pitchFamily="2" charset="0"/>
              </a:rPr>
              <a:t> ] 5 + ;</a:t>
            </a:r>
            <a:r>
              <a:rPr lang="en-US" sz="2400" b="1" dirty="0" err="1" smtClean="0">
                <a:latin typeface="Kruti Dev 010" pitchFamily="2" charset="0"/>
              </a:rPr>
              <a:t>ksfxrk</a:t>
            </a:r>
            <a:r>
              <a:rPr lang="en-US" sz="2400" b="1" dirty="0" smtClean="0">
                <a:latin typeface="Kruti Dev 010" pitchFamily="2" charset="0"/>
              </a:rPr>
              <a:t> “</a:t>
            </a:r>
            <a:r>
              <a:rPr lang="en-US" sz="2400" b="1" dirty="0" err="1" smtClean="0">
                <a:latin typeface="Kruti Dev 010" pitchFamily="2" charset="0"/>
              </a:rPr>
              <a:t>ksaMs</a:t>
            </a:r>
            <a:r>
              <a:rPr lang="en-US" sz="2400" b="1" dirty="0" smtClean="0">
                <a:latin typeface="Kruti Dev 010" pitchFamily="2" charset="0"/>
              </a:rPr>
              <a:t> ;k </a:t>
            </a:r>
            <a:r>
              <a:rPr lang="en-US" sz="2400" b="1" dirty="0" err="1" smtClean="0">
                <a:latin typeface="Kruti Dev 010" pitchFamily="2" charset="0"/>
              </a:rPr>
              <a:t>fo|kFkhZuhauk</a:t>
            </a:r>
            <a:r>
              <a:rPr lang="en-US" sz="2400" b="1" dirty="0" smtClean="0">
                <a:latin typeface="Kruti Dev 010" pitchFamily="2" charset="0"/>
              </a:rPr>
              <a:t> </a:t>
            </a:r>
            <a:r>
              <a:rPr lang="en-US" sz="2400" b="1" dirty="0" err="1" smtClean="0">
                <a:latin typeface="Kruti Dev 010" pitchFamily="2" charset="0"/>
              </a:rPr>
              <a:t>izfr</a:t>
            </a:r>
            <a:r>
              <a:rPr lang="en-US" sz="2400" b="1" dirty="0" smtClean="0">
                <a:latin typeface="Kruti Dev 010" pitchFamily="2" charset="0"/>
              </a:rPr>
              <a:t> 2000 # </a:t>
            </a:r>
            <a:r>
              <a:rPr lang="en-US" sz="2400" b="1" dirty="0" err="1" smtClean="0">
                <a:latin typeface="Kruti Dev 010" pitchFamily="2" charset="0"/>
              </a:rPr>
              <a:t>psd</a:t>
            </a:r>
            <a:r>
              <a:rPr lang="en-US" sz="2400" b="1" dirty="0" smtClean="0">
                <a:latin typeface="Kruti Dev 010" pitchFamily="2" charset="0"/>
              </a:rPr>
              <a:t> ns.;</a:t>
            </a:r>
            <a:r>
              <a:rPr lang="en-US" sz="2400" b="1" dirty="0" err="1" smtClean="0">
                <a:latin typeface="Kruti Dev 010" pitchFamily="2" charset="0"/>
              </a:rPr>
              <a:t>kr</a:t>
            </a:r>
            <a:r>
              <a:rPr lang="en-US" sz="2400" b="1" dirty="0" smtClean="0">
                <a:latin typeface="Kruti Dev 010" pitchFamily="2" charset="0"/>
              </a:rPr>
              <a:t> </a:t>
            </a:r>
            <a:r>
              <a:rPr lang="en-US" sz="2400" b="1" dirty="0" err="1" smtClean="0">
                <a:latin typeface="Kruti Dev 010" pitchFamily="2" charset="0"/>
              </a:rPr>
              <a:t>vkyk</a:t>
            </a:r>
            <a:r>
              <a:rPr lang="en-US" sz="2400" b="1" dirty="0" smtClean="0">
                <a:latin typeface="Kruti Dev 010" pitchFamily="2" charset="0"/>
              </a:rPr>
              <a:t> +</a:t>
            </a:r>
            <a:endParaRPr lang="en-IN" sz="2400" b="1" dirty="0">
              <a:latin typeface="Kruti Dev 010" pitchFamily="2" charset="0"/>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5536" y="3501008"/>
            <a:ext cx="2160240" cy="1612793"/>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59832" y="3497552"/>
            <a:ext cx="2351613" cy="1633268"/>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68144" y="3497552"/>
            <a:ext cx="2363755" cy="1616249"/>
          </a:xfrm>
          <a:prstGeom prst="rect">
            <a:avLst/>
          </a:prstGeom>
        </p:spPr>
      </p:pic>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99592" y="5301208"/>
            <a:ext cx="2958126" cy="1440160"/>
          </a:xfrm>
          <a:prstGeom prst="rect">
            <a:avLst/>
          </a:prstGeom>
        </p:spPr>
      </p:pic>
      <p:pic>
        <p:nvPicPr>
          <p:cNvPr id="8" name="Picture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572000" y="5257057"/>
            <a:ext cx="2478021" cy="1484311"/>
          </a:xfrm>
          <a:prstGeom prst="rect">
            <a:avLst/>
          </a:prstGeom>
        </p:spPr>
      </p:pic>
    </p:spTree>
    <p:extLst>
      <p:ext uri="{BB962C8B-B14F-4D97-AF65-F5344CB8AC3E}">
        <p14:creationId xmlns:p14="http://schemas.microsoft.com/office/powerpoint/2010/main" val="1632233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980728"/>
            <a:ext cx="7851648" cy="761256"/>
          </a:xfrm>
        </p:spPr>
        <p:txBody>
          <a:bodyPr>
            <a:normAutofit/>
          </a:bodyPr>
          <a:lstStyle/>
          <a:p>
            <a:pPr algn="ctr"/>
            <a:r>
              <a:rPr lang="en-US" sz="3200" dirty="0" err="1" smtClean="0">
                <a:solidFill>
                  <a:srgbClr val="FFFF00"/>
                </a:solidFill>
                <a:latin typeface="Kruti Dev 010" pitchFamily="2" charset="0"/>
              </a:rPr>
              <a:t>bdks</a:t>
            </a:r>
            <a:r>
              <a:rPr lang="en-US" sz="3200" dirty="0" smtClean="0">
                <a:solidFill>
                  <a:srgbClr val="FFFF00"/>
                </a:solidFill>
                <a:latin typeface="Kruti Dev 010" pitchFamily="2" charset="0"/>
              </a:rPr>
              <a:t> </a:t>
            </a:r>
            <a:r>
              <a:rPr lang="en-US" sz="3200" dirty="0" err="1" smtClean="0">
                <a:solidFill>
                  <a:srgbClr val="FFFF00"/>
                </a:solidFill>
                <a:latin typeface="Kruti Dev 010" pitchFamily="2" charset="0"/>
              </a:rPr>
              <a:t>Dyc</a:t>
            </a:r>
            <a:r>
              <a:rPr lang="en-US" sz="3200" dirty="0" smtClean="0">
                <a:solidFill>
                  <a:srgbClr val="FFFF00"/>
                </a:solidFill>
                <a:latin typeface="Kruti Dev 010" pitchFamily="2" charset="0"/>
              </a:rPr>
              <a:t> </a:t>
            </a:r>
            <a:r>
              <a:rPr lang="en-US" sz="3200" dirty="0" err="1" smtClean="0">
                <a:solidFill>
                  <a:srgbClr val="FFFF00"/>
                </a:solidFill>
                <a:latin typeface="Kruti Dev 010" pitchFamily="2" charset="0"/>
              </a:rPr>
              <a:t>mn</a:t>
            </a:r>
            <a:r>
              <a:rPr lang="en-US" sz="3200" dirty="0" smtClean="0">
                <a:solidFill>
                  <a:srgbClr val="FFFF00"/>
                </a:solidFill>
                <a:latin typeface="Kruti Dev 010" pitchFamily="2" charset="0"/>
              </a:rPr>
              <a:t>~?</a:t>
            </a:r>
            <a:r>
              <a:rPr lang="en-US" sz="3200" dirty="0" err="1" smtClean="0">
                <a:solidFill>
                  <a:srgbClr val="FFFF00"/>
                </a:solidFill>
                <a:latin typeface="Kruti Dev 010" pitchFamily="2" charset="0"/>
              </a:rPr>
              <a:t>kkVu</a:t>
            </a:r>
            <a:r>
              <a:rPr lang="en-US" sz="3200" dirty="0" smtClean="0">
                <a:solidFill>
                  <a:srgbClr val="FFFF00"/>
                </a:solidFill>
                <a:latin typeface="Kruti Dev 010" pitchFamily="2" charset="0"/>
              </a:rPr>
              <a:t> </a:t>
            </a:r>
            <a:r>
              <a:rPr lang="en-US" sz="3200" dirty="0" err="1" smtClean="0">
                <a:solidFill>
                  <a:srgbClr val="FFFF00"/>
                </a:solidFill>
                <a:latin typeface="Kruti Dev 010" pitchFamily="2" charset="0"/>
              </a:rPr>
              <a:t>lksgGk</a:t>
            </a:r>
            <a:r>
              <a:rPr lang="en-US" sz="3200" dirty="0" smtClean="0">
                <a:solidFill>
                  <a:srgbClr val="FFFF00"/>
                </a:solidFill>
                <a:latin typeface="Kruti Dev 010" pitchFamily="2" charset="0"/>
              </a:rPr>
              <a:t> o o`{</a:t>
            </a:r>
            <a:r>
              <a:rPr lang="en-US" sz="3200" dirty="0" err="1" smtClean="0">
                <a:solidFill>
                  <a:srgbClr val="FFFF00"/>
                </a:solidFill>
                <a:latin typeface="Kruti Dev 010" pitchFamily="2" charset="0"/>
              </a:rPr>
              <a:t>kkjksiu</a:t>
            </a:r>
            <a:r>
              <a:rPr lang="en-US" sz="3200" dirty="0" smtClean="0">
                <a:solidFill>
                  <a:srgbClr val="FFFF00"/>
                </a:solidFill>
                <a:latin typeface="Kruti Dev 010" pitchFamily="2" charset="0"/>
              </a:rPr>
              <a:t> </a:t>
            </a:r>
            <a:r>
              <a:rPr lang="en-US" sz="3200" dirty="0" err="1" smtClean="0">
                <a:solidFill>
                  <a:srgbClr val="FFFF00"/>
                </a:solidFill>
                <a:latin typeface="Kruti Dev 010" pitchFamily="2" charset="0"/>
              </a:rPr>
              <a:t>dk;Zdze</a:t>
            </a:r>
            <a:endParaRPr lang="en-IN" sz="3200" dirty="0">
              <a:solidFill>
                <a:srgbClr val="FFFF00"/>
              </a:solidFill>
              <a:latin typeface="Kruti Dev 010" pitchFamily="2" charset="0"/>
            </a:endParaRPr>
          </a:p>
        </p:txBody>
      </p:sp>
      <p:sp>
        <p:nvSpPr>
          <p:cNvPr id="3" name="Subtitle 2"/>
          <p:cNvSpPr>
            <a:spLocks noGrp="1"/>
          </p:cNvSpPr>
          <p:nvPr>
            <p:ph type="subTitle" idx="1"/>
          </p:nvPr>
        </p:nvSpPr>
        <p:spPr>
          <a:xfrm>
            <a:off x="467544" y="1772816"/>
            <a:ext cx="8352928" cy="4968552"/>
          </a:xfrm>
        </p:spPr>
        <p:txBody>
          <a:bodyPr/>
          <a:lstStyle/>
          <a:p>
            <a:pPr algn="just"/>
            <a:r>
              <a:rPr lang="en-US" dirty="0">
                <a:latin typeface="Kruti Dev 010" pitchFamily="2" charset="0"/>
              </a:rPr>
              <a:t>	</a:t>
            </a:r>
            <a:r>
              <a:rPr lang="en-US" sz="2000" b="1" dirty="0" err="1" smtClean="0">
                <a:latin typeface="Kruti Dev 010" pitchFamily="2" charset="0"/>
              </a:rPr>
              <a:t>bdks</a:t>
            </a:r>
            <a:r>
              <a:rPr lang="en-US" sz="2000" b="1" dirty="0" smtClean="0">
                <a:latin typeface="Kruti Dev 010" pitchFamily="2" charset="0"/>
              </a:rPr>
              <a:t> </a:t>
            </a:r>
            <a:r>
              <a:rPr lang="en-US" sz="2000" b="1" dirty="0" err="1" smtClean="0">
                <a:latin typeface="Kruti Dev 010" pitchFamily="2" charset="0"/>
              </a:rPr>
              <a:t>Dyc</a:t>
            </a:r>
            <a:r>
              <a:rPr lang="en-US" sz="2000" b="1" dirty="0" smtClean="0">
                <a:latin typeface="Kruti Dev 010" pitchFamily="2" charset="0"/>
              </a:rPr>
              <a:t> </a:t>
            </a:r>
            <a:r>
              <a:rPr lang="en-US" sz="2000" b="1" dirty="0" err="1" smtClean="0">
                <a:latin typeface="Kruti Dev 010" pitchFamily="2" charset="0"/>
              </a:rPr>
              <a:t>mn</a:t>
            </a:r>
            <a:r>
              <a:rPr lang="en-US" sz="2000" b="1" dirty="0" smtClean="0">
                <a:latin typeface="Kruti Dev 010" pitchFamily="2" charset="0"/>
              </a:rPr>
              <a:t>~?</a:t>
            </a:r>
            <a:r>
              <a:rPr lang="en-US" sz="2000" b="1" dirty="0" err="1" smtClean="0">
                <a:latin typeface="Kruti Dev 010" pitchFamily="2" charset="0"/>
              </a:rPr>
              <a:t>kkVu</a:t>
            </a:r>
            <a:r>
              <a:rPr lang="en-US" sz="2000" b="1" dirty="0" smtClean="0">
                <a:latin typeface="Kruti Dev 010" pitchFamily="2" charset="0"/>
              </a:rPr>
              <a:t> </a:t>
            </a:r>
            <a:r>
              <a:rPr lang="en-US" sz="2000" b="1" dirty="0" err="1" smtClean="0">
                <a:latin typeface="Kruti Dev 010" pitchFamily="2" charset="0"/>
              </a:rPr>
              <a:t>lksgGk</a:t>
            </a:r>
            <a:r>
              <a:rPr lang="en-US" sz="2000" b="1" dirty="0" smtClean="0">
                <a:latin typeface="Kruti Dev 010" pitchFamily="2" charset="0"/>
              </a:rPr>
              <a:t> o o`{</a:t>
            </a:r>
            <a:r>
              <a:rPr lang="en-US" sz="2000" b="1" dirty="0" err="1" smtClean="0">
                <a:latin typeface="Kruti Dev 010" pitchFamily="2" charset="0"/>
              </a:rPr>
              <a:t>kkjksi.k</a:t>
            </a:r>
            <a:r>
              <a:rPr lang="en-US" sz="2000" b="1" dirty="0" smtClean="0">
                <a:latin typeface="Kruti Dev 010" pitchFamily="2" charset="0"/>
              </a:rPr>
              <a:t> </a:t>
            </a:r>
            <a:r>
              <a:rPr lang="en-US" sz="2000" b="1" dirty="0" err="1" smtClean="0">
                <a:latin typeface="Kruti Dev 010" pitchFamily="2" charset="0"/>
              </a:rPr>
              <a:t>dk;Zdze</a:t>
            </a:r>
            <a:r>
              <a:rPr lang="en-US" sz="2000" b="1" dirty="0" smtClean="0">
                <a:latin typeface="Kruti Dev 010" pitchFamily="2" charset="0"/>
              </a:rPr>
              <a:t> </a:t>
            </a:r>
            <a:r>
              <a:rPr lang="en-US" sz="2000" b="1" dirty="0" err="1" smtClean="0">
                <a:latin typeface="Kruti Dev 010" pitchFamily="2" charset="0"/>
              </a:rPr>
              <a:t>Jh</a:t>
            </a:r>
            <a:r>
              <a:rPr lang="en-US" sz="2000" b="1" dirty="0" smtClean="0">
                <a:latin typeface="Kruti Dev 010" pitchFamily="2" charset="0"/>
              </a:rPr>
              <a:t> + </a:t>
            </a:r>
            <a:r>
              <a:rPr lang="en-US" sz="2000" b="1" dirty="0" err="1" smtClean="0">
                <a:latin typeface="Kruti Dev 010" pitchFamily="2" charset="0"/>
              </a:rPr>
              <a:t>caMq</a:t>
            </a:r>
            <a:r>
              <a:rPr lang="en-US" sz="2000" b="1" dirty="0" smtClean="0">
                <a:latin typeface="Kruti Dev 010" pitchFamily="2" charset="0"/>
              </a:rPr>
              <a:t> /</a:t>
            </a:r>
            <a:r>
              <a:rPr lang="en-US" sz="2000" b="1" dirty="0" err="1" smtClean="0">
                <a:latin typeface="Kruti Dev 010" pitchFamily="2" charset="0"/>
              </a:rPr>
              <a:t>kksrjs</a:t>
            </a:r>
            <a:r>
              <a:rPr lang="en-US" sz="2000" b="1" dirty="0" smtClean="0">
                <a:latin typeface="Kruti Dev 010" pitchFamily="2" charset="0"/>
              </a:rPr>
              <a:t> </a:t>
            </a:r>
            <a:r>
              <a:rPr lang="en-US" sz="2000" b="1" dirty="0" err="1" smtClean="0">
                <a:latin typeface="Kruti Dev 010" pitchFamily="2" charset="0"/>
              </a:rPr>
              <a:t>lj</a:t>
            </a:r>
            <a:r>
              <a:rPr lang="en-US" sz="2000" b="1" dirty="0" smtClean="0">
                <a:latin typeface="Kruti Dev 010" pitchFamily="2" charset="0"/>
              </a:rPr>
              <a:t>  v/;{k </a:t>
            </a:r>
            <a:r>
              <a:rPr lang="en-US" sz="2000" b="1" dirty="0" err="1" smtClean="0">
                <a:latin typeface="Kruti Dev 010" pitchFamily="2" charset="0"/>
              </a:rPr>
              <a:t>bdks</a:t>
            </a:r>
            <a:r>
              <a:rPr lang="en-US" sz="2000" b="1" dirty="0" smtClean="0">
                <a:latin typeface="Kruti Dev 010" pitchFamily="2" charset="0"/>
              </a:rPr>
              <a:t> </a:t>
            </a:r>
            <a:r>
              <a:rPr lang="en-US" sz="2000" b="1" dirty="0" err="1" smtClean="0">
                <a:latin typeface="Kruti Dev 010" pitchFamily="2" charset="0"/>
              </a:rPr>
              <a:t>izks</a:t>
            </a:r>
            <a:r>
              <a:rPr lang="en-US" sz="2000" b="1" dirty="0" smtClean="0">
                <a:latin typeface="Kruti Dev 010" pitchFamily="2" charset="0"/>
              </a:rPr>
              <a:t> </a:t>
            </a:r>
            <a:r>
              <a:rPr lang="en-US" sz="2000" b="1" dirty="0" err="1" smtClean="0">
                <a:latin typeface="Kruti Dev 010" pitchFamily="2" charset="0"/>
              </a:rPr>
              <a:t>ljapk</a:t>
            </a:r>
            <a:r>
              <a:rPr lang="en-US" sz="2000" b="1" dirty="0" smtClean="0">
                <a:latin typeface="Kruti Dev 010" pitchFamily="2" charset="0"/>
              </a:rPr>
              <a:t>  </a:t>
            </a:r>
            <a:r>
              <a:rPr lang="en-US" sz="2000" b="1" dirty="0" err="1" smtClean="0">
                <a:latin typeface="Kruti Dev 010" pitchFamily="2" charset="0"/>
              </a:rPr>
              <a:t>panziwj</a:t>
            </a:r>
            <a:r>
              <a:rPr lang="en-US" sz="2000" b="1" dirty="0" smtClean="0">
                <a:latin typeface="Kruti Dev 010" pitchFamily="2" charset="0"/>
              </a:rPr>
              <a:t>  o </a:t>
            </a:r>
            <a:r>
              <a:rPr lang="en-US" sz="2000" b="1" dirty="0" err="1" smtClean="0">
                <a:latin typeface="Kruti Dev 010" pitchFamily="2" charset="0"/>
              </a:rPr>
              <a:t>bdks</a:t>
            </a:r>
            <a:r>
              <a:rPr lang="en-US" sz="2000" b="1" dirty="0" smtClean="0">
                <a:latin typeface="Kruti Dev 010" pitchFamily="2" charset="0"/>
              </a:rPr>
              <a:t> </a:t>
            </a:r>
            <a:r>
              <a:rPr lang="en-US" sz="2000" b="1" dirty="0" err="1" smtClean="0">
                <a:latin typeface="Kruti Dev 010" pitchFamily="2" charset="0"/>
              </a:rPr>
              <a:t>Dyc</a:t>
            </a:r>
            <a:r>
              <a:rPr lang="en-US" sz="2000" b="1" dirty="0" smtClean="0">
                <a:latin typeface="Kruti Dev 010" pitchFamily="2" charset="0"/>
              </a:rPr>
              <a:t> </a:t>
            </a:r>
            <a:r>
              <a:rPr lang="en-US" sz="2000" b="1" dirty="0" err="1" smtClean="0">
                <a:latin typeface="Kruti Dev 010" pitchFamily="2" charset="0"/>
              </a:rPr>
              <a:t>lferh</a:t>
            </a:r>
            <a:r>
              <a:rPr lang="en-US" sz="2000" b="1" dirty="0" smtClean="0">
                <a:latin typeface="Kruti Dev 010" pitchFamily="2" charset="0"/>
              </a:rPr>
              <a:t> </a:t>
            </a:r>
            <a:r>
              <a:rPr lang="en-US" sz="2000" b="1" dirty="0" err="1" smtClean="0">
                <a:latin typeface="Kruti Dev 010" pitchFamily="2" charset="0"/>
              </a:rPr>
              <a:t>Onkjs</a:t>
            </a:r>
            <a:r>
              <a:rPr lang="en-US" sz="2000" b="1" dirty="0" smtClean="0">
                <a:latin typeface="Kruti Dev 010" pitchFamily="2" charset="0"/>
              </a:rPr>
              <a:t> </a:t>
            </a:r>
            <a:r>
              <a:rPr lang="en-US" sz="2000" b="1" dirty="0" err="1" smtClean="0">
                <a:latin typeface="Kruti Dev 010" pitchFamily="2" charset="0"/>
              </a:rPr>
              <a:t>mn</a:t>
            </a:r>
            <a:r>
              <a:rPr lang="en-US" sz="2000" b="1" dirty="0" smtClean="0">
                <a:latin typeface="Kruti Dev 010" pitchFamily="2" charset="0"/>
              </a:rPr>
              <a:t>~?</a:t>
            </a:r>
            <a:r>
              <a:rPr lang="en-US" sz="2000" b="1" dirty="0" err="1" smtClean="0">
                <a:latin typeface="Kruti Dev 010" pitchFamily="2" charset="0"/>
              </a:rPr>
              <a:t>kkVu</a:t>
            </a:r>
            <a:r>
              <a:rPr lang="en-US" sz="2000" b="1" dirty="0" smtClean="0">
                <a:latin typeface="Kruti Dev 010" pitchFamily="2" charset="0"/>
              </a:rPr>
              <a:t> o o`{</a:t>
            </a:r>
            <a:r>
              <a:rPr lang="en-US" sz="2000" b="1" dirty="0" err="1" smtClean="0">
                <a:latin typeface="Kruti Dev 010" pitchFamily="2" charset="0"/>
              </a:rPr>
              <a:t>kkjksiu</a:t>
            </a:r>
            <a:r>
              <a:rPr lang="en-US" sz="2000" b="1" dirty="0" smtClean="0">
                <a:latin typeface="Kruti Dev 010" pitchFamily="2" charset="0"/>
              </a:rPr>
              <a:t> </a:t>
            </a:r>
            <a:r>
              <a:rPr lang="en-US" sz="2000" b="1" dirty="0" err="1" smtClean="0">
                <a:latin typeface="Kruti Dev 010" pitchFamily="2" charset="0"/>
              </a:rPr>
              <a:t>dk;Zdze</a:t>
            </a:r>
            <a:r>
              <a:rPr lang="en-US" sz="2000" b="1" dirty="0" smtClean="0">
                <a:latin typeface="Kruti Dev 010" pitchFamily="2" charset="0"/>
              </a:rPr>
              <a:t> </a:t>
            </a:r>
            <a:r>
              <a:rPr lang="en-US" sz="2000" b="1" dirty="0" err="1" smtClean="0">
                <a:latin typeface="Kruti Dev 010" pitchFamily="2" charset="0"/>
              </a:rPr>
              <a:t>gk</a:t>
            </a:r>
            <a:r>
              <a:rPr lang="en-US" sz="2000" b="1" dirty="0" smtClean="0">
                <a:latin typeface="Kruti Dev 010" pitchFamily="2" charset="0"/>
              </a:rPr>
              <a:t> </a:t>
            </a:r>
            <a:r>
              <a:rPr lang="en-US" sz="2000" b="1" dirty="0" err="1" smtClean="0">
                <a:latin typeface="Kruti Dev 010" pitchFamily="2" charset="0"/>
              </a:rPr>
              <a:t>midze</a:t>
            </a:r>
            <a:r>
              <a:rPr lang="en-US" sz="2000" b="1" dirty="0" smtClean="0">
                <a:latin typeface="Kruti Dev 010" pitchFamily="2" charset="0"/>
              </a:rPr>
              <a:t> </a:t>
            </a:r>
            <a:r>
              <a:rPr lang="en-US" sz="2000" b="1" dirty="0" err="1" smtClean="0">
                <a:latin typeface="Kruti Dev 010" pitchFamily="2" charset="0"/>
              </a:rPr>
              <a:t>jkcfo</a:t>
            </a:r>
            <a:r>
              <a:rPr lang="en-US" sz="2000" b="1" dirty="0" smtClean="0">
                <a:latin typeface="Kruti Dev 010" pitchFamily="2" charset="0"/>
              </a:rPr>
              <a:t>.;</a:t>
            </a:r>
            <a:r>
              <a:rPr lang="en-US" sz="2000" b="1" dirty="0" err="1" smtClean="0">
                <a:latin typeface="Kruti Dev 010" pitchFamily="2" charset="0"/>
              </a:rPr>
              <a:t>kr</a:t>
            </a:r>
            <a:r>
              <a:rPr lang="en-US" sz="2000" b="1" dirty="0" smtClean="0">
                <a:latin typeface="Kruti Dev 010" pitchFamily="2" charset="0"/>
              </a:rPr>
              <a:t> </a:t>
            </a:r>
            <a:r>
              <a:rPr lang="en-US" sz="2000" b="1" dirty="0" err="1" smtClean="0">
                <a:latin typeface="Kruti Dev 010" pitchFamily="2" charset="0"/>
              </a:rPr>
              <a:t>vkyk</a:t>
            </a:r>
            <a:r>
              <a:rPr lang="en-US" sz="2000" b="1" dirty="0" smtClean="0">
                <a:latin typeface="Kruti Dev 010" pitchFamily="2" charset="0"/>
              </a:rPr>
              <a:t> </a:t>
            </a:r>
            <a:r>
              <a:rPr lang="en-US" sz="2000" dirty="0" smtClean="0">
                <a:latin typeface="Kruti Dev 010" pitchFamily="2" charset="0"/>
              </a:rPr>
              <a:t>+</a:t>
            </a:r>
            <a:endParaRPr lang="en-IN" dirty="0">
              <a:latin typeface="Kruti Dev 010" pitchFamily="2" charset="0"/>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18890" y="3068960"/>
            <a:ext cx="2723795" cy="234888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1520" y="3068960"/>
            <a:ext cx="3059832" cy="234888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72200" y="3068960"/>
            <a:ext cx="2555776" cy="230425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660612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9552" y="908720"/>
            <a:ext cx="7851648" cy="563488"/>
          </a:xfrm>
        </p:spPr>
        <p:txBody>
          <a:bodyPr>
            <a:normAutofit/>
          </a:bodyPr>
          <a:lstStyle/>
          <a:p>
            <a:r>
              <a:rPr lang="en-US" sz="3200" dirty="0" err="1" smtClean="0">
                <a:solidFill>
                  <a:srgbClr val="FFFF00"/>
                </a:solidFill>
                <a:latin typeface="Kruti Dev 010" pitchFamily="2" charset="0"/>
              </a:rPr>
              <a:t>bdks</a:t>
            </a:r>
            <a:r>
              <a:rPr lang="en-US" sz="3200" dirty="0" smtClean="0">
                <a:solidFill>
                  <a:srgbClr val="FFFF00"/>
                </a:solidFill>
                <a:latin typeface="Kruti Dev 010" pitchFamily="2" charset="0"/>
              </a:rPr>
              <a:t> </a:t>
            </a:r>
            <a:r>
              <a:rPr lang="en-US" sz="3200" dirty="0" err="1" smtClean="0">
                <a:solidFill>
                  <a:srgbClr val="FFFF00"/>
                </a:solidFill>
                <a:latin typeface="Kruti Dev 010" pitchFamily="2" charset="0"/>
              </a:rPr>
              <a:t>Dyc</a:t>
            </a:r>
            <a:r>
              <a:rPr lang="en-US" sz="3200" dirty="0" smtClean="0">
                <a:solidFill>
                  <a:srgbClr val="FFFF00"/>
                </a:solidFill>
                <a:latin typeface="Kruti Dev 010" pitchFamily="2" charset="0"/>
              </a:rPr>
              <a:t> </a:t>
            </a:r>
            <a:r>
              <a:rPr lang="en-US" sz="3200" dirty="0" err="1" smtClean="0">
                <a:solidFill>
                  <a:srgbClr val="FFFF00"/>
                </a:solidFill>
                <a:latin typeface="Kruti Dev 010" pitchFamily="2" charset="0"/>
              </a:rPr>
              <a:t>varxZr</a:t>
            </a:r>
            <a:r>
              <a:rPr lang="en-US" sz="3200" dirty="0" smtClean="0">
                <a:solidFill>
                  <a:srgbClr val="FFFF00"/>
                </a:solidFill>
                <a:latin typeface="Kruti Dev 010" pitchFamily="2" charset="0"/>
              </a:rPr>
              <a:t> </a:t>
            </a:r>
            <a:r>
              <a:rPr lang="en-US" sz="3200" dirty="0" err="1" smtClean="0">
                <a:solidFill>
                  <a:srgbClr val="FFFF00"/>
                </a:solidFill>
                <a:latin typeface="Kruti Dev 010" pitchFamily="2" charset="0"/>
              </a:rPr>
              <a:t>fuca</a:t>
            </a:r>
            <a:r>
              <a:rPr lang="en-US" sz="3200" dirty="0" smtClean="0">
                <a:solidFill>
                  <a:srgbClr val="FFFF00"/>
                </a:solidFill>
                <a:latin typeface="Kruti Dev 010" pitchFamily="2" charset="0"/>
              </a:rPr>
              <a:t>/k o </a:t>
            </a:r>
            <a:r>
              <a:rPr lang="en-US" sz="3200" dirty="0" err="1" smtClean="0">
                <a:solidFill>
                  <a:srgbClr val="FFFF00"/>
                </a:solidFill>
                <a:latin typeface="Kruti Dev 010" pitchFamily="2" charset="0"/>
              </a:rPr>
              <a:t>fp</a:t>
            </a:r>
            <a:r>
              <a:rPr lang="en-US" sz="3200" dirty="0" smtClean="0">
                <a:solidFill>
                  <a:srgbClr val="FFFF00"/>
                </a:solidFill>
                <a:latin typeface="Kruti Dev 010" pitchFamily="2" charset="0"/>
              </a:rPr>
              <a:t>=</a:t>
            </a:r>
            <a:r>
              <a:rPr lang="en-US" sz="3200" dirty="0" err="1" smtClean="0">
                <a:solidFill>
                  <a:srgbClr val="FFFF00"/>
                </a:solidFill>
                <a:latin typeface="Kruti Dev 010" pitchFamily="2" charset="0"/>
              </a:rPr>
              <a:t>dyk</a:t>
            </a:r>
            <a:r>
              <a:rPr lang="en-US" sz="3200" dirty="0" smtClean="0">
                <a:solidFill>
                  <a:srgbClr val="FFFF00"/>
                </a:solidFill>
                <a:latin typeface="Kruti Dev 010" pitchFamily="2" charset="0"/>
              </a:rPr>
              <a:t> Li/</a:t>
            </a:r>
            <a:r>
              <a:rPr lang="en-US" sz="3200" dirty="0" err="1" smtClean="0">
                <a:solidFill>
                  <a:srgbClr val="FFFF00"/>
                </a:solidFill>
                <a:latin typeface="Kruti Dev 010" pitchFamily="2" charset="0"/>
              </a:rPr>
              <a:t>kkZ</a:t>
            </a:r>
            <a:r>
              <a:rPr lang="en-US" sz="3200" dirty="0" smtClean="0">
                <a:solidFill>
                  <a:srgbClr val="FFFF00"/>
                </a:solidFill>
                <a:latin typeface="Kruti Dev 010" pitchFamily="2" charset="0"/>
              </a:rPr>
              <a:t> o </a:t>
            </a:r>
            <a:r>
              <a:rPr lang="en-US" sz="3200" dirty="0" err="1" smtClean="0">
                <a:solidFill>
                  <a:srgbClr val="FFFF00"/>
                </a:solidFill>
                <a:latin typeface="Kruti Dev 010" pitchFamily="2" charset="0"/>
              </a:rPr>
              <a:t>cf</a:t>
            </a:r>
            <a:r>
              <a:rPr lang="en-US" sz="3200" dirty="0" smtClean="0">
                <a:solidFill>
                  <a:srgbClr val="FFFF00"/>
                </a:solidFill>
                <a:latin typeface="Kruti Dev 010" pitchFamily="2" charset="0"/>
              </a:rPr>
              <a:t>{kl </a:t>
            </a:r>
            <a:r>
              <a:rPr lang="en-US" sz="3200" dirty="0" err="1" smtClean="0">
                <a:solidFill>
                  <a:srgbClr val="FFFF00"/>
                </a:solidFill>
                <a:latin typeface="Kruti Dev 010" pitchFamily="2" charset="0"/>
              </a:rPr>
              <a:t>forj.k</a:t>
            </a:r>
            <a:endParaRPr lang="en-IN" sz="3200" dirty="0">
              <a:solidFill>
                <a:srgbClr val="FFFF00"/>
              </a:solidFill>
              <a:latin typeface="Kruti Dev 010" pitchFamily="2" charset="0"/>
            </a:endParaRPr>
          </a:p>
        </p:txBody>
      </p:sp>
      <p:sp>
        <p:nvSpPr>
          <p:cNvPr id="3" name="Subtitle 2"/>
          <p:cNvSpPr>
            <a:spLocks noGrp="1"/>
          </p:cNvSpPr>
          <p:nvPr>
            <p:ph type="subTitle" idx="1"/>
          </p:nvPr>
        </p:nvSpPr>
        <p:spPr>
          <a:xfrm>
            <a:off x="395536" y="1628800"/>
            <a:ext cx="8352928" cy="5040560"/>
          </a:xfrm>
        </p:spPr>
        <p:txBody>
          <a:bodyPr/>
          <a:lstStyle/>
          <a:p>
            <a:pPr algn="l"/>
            <a:r>
              <a:rPr lang="en-US" sz="1800" dirty="0" smtClean="0">
                <a:latin typeface="Kruti Dev 010" pitchFamily="2" charset="0"/>
              </a:rPr>
              <a:t>	</a:t>
            </a:r>
            <a:r>
              <a:rPr lang="en-US" sz="2000" b="1" dirty="0" err="1" smtClean="0">
                <a:latin typeface="Kruti Dev 010" pitchFamily="2" charset="0"/>
              </a:rPr>
              <a:t>bdks</a:t>
            </a:r>
            <a:r>
              <a:rPr lang="en-US" sz="2000" b="1" dirty="0" smtClean="0">
                <a:latin typeface="Kruti Dev 010" pitchFamily="2" charset="0"/>
              </a:rPr>
              <a:t> </a:t>
            </a:r>
            <a:r>
              <a:rPr lang="en-US" sz="2000" b="1" dirty="0" err="1" smtClean="0">
                <a:latin typeface="Kruti Dev 010" pitchFamily="2" charset="0"/>
              </a:rPr>
              <a:t>Dyc</a:t>
            </a:r>
            <a:r>
              <a:rPr lang="en-US" sz="2000" b="1" dirty="0" smtClean="0">
                <a:latin typeface="Kruti Dev 010" pitchFamily="2" charset="0"/>
              </a:rPr>
              <a:t> </a:t>
            </a:r>
            <a:r>
              <a:rPr lang="en-US" sz="2000" b="1" dirty="0" err="1" smtClean="0">
                <a:latin typeface="Kruti Dev 010" pitchFamily="2" charset="0"/>
              </a:rPr>
              <a:t>varxZr</a:t>
            </a:r>
            <a:r>
              <a:rPr lang="en-US" sz="2000" b="1" dirty="0" smtClean="0">
                <a:latin typeface="Kruti Dev 010" pitchFamily="2" charset="0"/>
              </a:rPr>
              <a:t> </a:t>
            </a:r>
            <a:r>
              <a:rPr lang="en-US" sz="2000" b="1" dirty="0" err="1" smtClean="0">
                <a:latin typeface="Kruti Dev 010" pitchFamily="2" charset="0"/>
              </a:rPr>
              <a:t>fuca</a:t>
            </a:r>
            <a:r>
              <a:rPr lang="en-US" sz="2000" b="1" dirty="0" smtClean="0">
                <a:latin typeface="Kruti Dev 010" pitchFamily="2" charset="0"/>
              </a:rPr>
              <a:t>/k o </a:t>
            </a:r>
            <a:r>
              <a:rPr lang="en-US" sz="2000" b="1" dirty="0" err="1" smtClean="0">
                <a:latin typeface="Kruti Dev 010" pitchFamily="2" charset="0"/>
              </a:rPr>
              <a:t>fp</a:t>
            </a:r>
            <a:r>
              <a:rPr lang="en-US" sz="2000" b="1" dirty="0" smtClean="0">
                <a:latin typeface="Kruti Dev 010" pitchFamily="2" charset="0"/>
              </a:rPr>
              <a:t>=</a:t>
            </a:r>
            <a:r>
              <a:rPr lang="en-US" sz="2000" b="1" dirty="0" err="1" smtClean="0">
                <a:latin typeface="Kruti Dev 010" pitchFamily="2" charset="0"/>
              </a:rPr>
              <a:t>dyk</a:t>
            </a:r>
            <a:r>
              <a:rPr lang="en-US" sz="2000" b="1" dirty="0" smtClean="0">
                <a:latin typeface="Kruti Dev 010" pitchFamily="2" charset="0"/>
              </a:rPr>
              <a:t> Li/</a:t>
            </a:r>
            <a:r>
              <a:rPr lang="en-US" sz="2000" b="1" dirty="0" err="1" smtClean="0">
                <a:latin typeface="Kruti Dev 010" pitchFamily="2" charset="0"/>
              </a:rPr>
              <a:t>kkZ</a:t>
            </a:r>
            <a:r>
              <a:rPr lang="en-US" sz="2000" b="1" dirty="0" smtClean="0">
                <a:latin typeface="Kruti Dev 010" pitchFamily="2" charset="0"/>
              </a:rPr>
              <a:t> ?</a:t>
            </a:r>
            <a:r>
              <a:rPr lang="en-US" sz="2000" b="1" dirty="0" err="1" smtClean="0">
                <a:latin typeface="Kruti Dev 010" pitchFamily="2" charset="0"/>
              </a:rPr>
              <a:t>ks</a:t>
            </a:r>
            <a:r>
              <a:rPr lang="en-US" sz="2000" b="1" dirty="0" smtClean="0">
                <a:latin typeface="Kruti Dev 010" pitchFamily="2" charset="0"/>
              </a:rPr>
              <a:t>.;</a:t>
            </a:r>
            <a:r>
              <a:rPr lang="en-US" sz="2000" b="1" dirty="0" err="1" smtClean="0">
                <a:latin typeface="Kruti Dev 010" pitchFamily="2" charset="0"/>
              </a:rPr>
              <a:t>kr</a:t>
            </a:r>
            <a:r>
              <a:rPr lang="en-US" sz="2000" b="1" dirty="0" smtClean="0">
                <a:latin typeface="Kruti Dev 010" pitchFamily="2" charset="0"/>
              </a:rPr>
              <a:t> </a:t>
            </a:r>
            <a:r>
              <a:rPr lang="en-US" sz="2000" b="1" dirty="0" err="1" smtClean="0">
                <a:latin typeface="Kruti Dev 010" pitchFamily="2" charset="0"/>
              </a:rPr>
              <a:t>vkyh</a:t>
            </a:r>
            <a:r>
              <a:rPr lang="en-US" sz="2000" b="1" dirty="0" smtClean="0">
                <a:latin typeface="Kruti Dev 010" pitchFamily="2" charset="0"/>
              </a:rPr>
              <a:t> +;</a:t>
            </a:r>
            <a:r>
              <a:rPr lang="en-US" sz="2000" b="1" dirty="0" err="1" smtClean="0">
                <a:latin typeface="Kruti Dev 010" pitchFamily="2" charset="0"/>
              </a:rPr>
              <a:t>kar</a:t>
            </a:r>
            <a:r>
              <a:rPr lang="en-US" sz="2000" b="1" dirty="0" smtClean="0">
                <a:latin typeface="Kruti Dev 010" pitchFamily="2" charset="0"/>
              </a:rPr>
              <a:t> 250 </a:t>
            </a:r>
            <a:r>
              <a:rPr lang="en-US" sz="2000" b="1" dirty="0" err="1" smtClean="0">
                <a:latin typeface="Kruti Dev 010" pitchFamily="2" charset="0"/>
              </a:rPr>
              <a:t>fo|kF;kZauh</a:t>
            </a:r>
            <a:r>
              <a:rPr lang="en-US" sz="2000" b="1" dirty="0" smtClean="0">
                <a:latin typeface="Kruti Dev 010" pitchFamily="2" charset="0"/>
              </a:rPr>
              <a:t> </a:t>
            </a:r>
            <a:r>
              <a:rPr lang="en-US" sz="2000" b="1" dirty="0" err="1" smtClean="0">
                <a:latin typeface="Kruti Dev 010" pitchFamily="2" charset="0"/>
              </a:rPr>
              <a:t>lgHkkx</a:t>
            </a:r>
            <a:r>
              <a:rPr lang="en-US" sz="2000" b="1" dirty="0" smtClean="0">
                <a:latin typeface="Kruti Dev 010" pitchFamily="2" charset="0"/>
              </a:rPr>
              <a:t> ?</a:t>
            </a:r>
            <a:r>
              <a:rPr lang="en-US" sz="2000" b="1" dirty="0" err="1" smtClean="0">
                <a:latin typeface="Kruti Dev 010" pitchFamily="2" charset="0"/>
              </a:rPr>
              <a:t>ksryk</a:t>
            </a:r>
            <a:r>
              <a:rPr lang="en-US" sz="2000" b="1" dirty="0" smtClean="0">
                <a:latin typeface="Kruti Dev 010" pitchFamily="2" charset="0"/>
              </a:rPr>
              <a:t> o </a:t>
            </a:r>
            <a:r>
              <a:rPr lang="en-US" sz="2000" b="1" dirty="0" err="1" smtClean="0">
                <a:latin typeface="Kruti Dev 010" pitchFamily="2" charset="0"/>
              </a:rPr>
              <a:t>ek</a:t>
            </a:r>
            <a:r>
              <a:rPr lang="en-US" sz="2000" b="1" dirty="0" smtClean="0">
                <a:latin typeface="Kruti Dev 010" pitchFamily="2" charset="0"/>
              </a:rPr>
              <a:t> + </a:t>
            </a:r>
            <a:r>
              <a:rPr lang="en-US" sz="2000" b="1" dirty="0" err="1" smtClean="0">
                <a:latin typeface="Kruti Dev 010" pitchFamily="2" charset="0"/>
              </a:rPr>
              <a:t>eq</a:t>
            </a:r>
            <a:r>
              <a:rPr lang="en-US" sz="2000" b="1" dirty="0" smtClean="0">
                <a:latin typeface="Kruti Dev 010" pitchFamily="2" charset="0"/>
              </a:rPr>
              <a:t>[;k/;kid </a:t>
            </a:r>
            <a:r>
              <a:rPr lang="en-US" sz="2000" b="1" dirty="0" err="1" smtClean="0">
                <a:latin typeface="Kruti Dev 010" pitchFamily="2" charset="0"/>
              </a:rPr>
              <a:t>Jh</a:t>
            </a:r>
            <a:r>
              <a:rPr lang="en-US" sz="2000" b="1" dirty="0" smtClean="0">
                <a:latin typeface="Kruti Dev 010" pitchFamily="2" charset="0"/>
              </a:rPr>
              <a:t> + </a:t>
            </a:r>
            <a:r>
              <a:rPr lang="en-US" sz="2000" b="1" dirty="0" err="1" smtClean="0">
                <a:latin typeface="Kruti Dev 010" pitchFamily="2" charset="0"/>
              </a:rPr>
              <a:t>bjikrs</a:t>
            </a:r>
            <a:r>
              <a:rPr lang="en-US" sz="2000" b="1" dirty="0" smtClean="0">
                <a:latin typeface="Kruti Dev 010" pitchFamily="2" charset="0"/>
              </a:rPr>
              <a:t> </a:t>
            </a:r>
            <a:r>
              <a:rPr lang="en-US" sz="2000" b="1" dirty="0" err="1" smtClean="0">
                <a:latin typeface="Kruti Dev 010" pitchFamily="2" charset="0"/>
              </a:rPr>
              <a:t>lj</a:t>
            </a:r>
            <a:r>
              <a:rPr lang="en-US" sz="2000" b="1" dirty="0" smtClean="0">
                <a:latin typeface="Kruti Dev 010" pitchFamily="2" charset="0"/>
              </a:rPr>
              <a:t> ;</a:t>
            </a:r>
            <a:r>
              <a:rPr lang="en-US" sz="2000" b="1" dirty="0" err="1" smtClean="0">
                <a:latin typeface="Kruti Dev 010" pitchFamily="2" charset="0"/>
              </a:rPr>
              <a:t>kaP;k</a:t>
            </a:r>
            <a:r>
              <a:rPr lang="en-US" sz="2000" b="1" dirty="0" smtClean="0">
                <a:latin typeface="Kruti Dev 010" pitchFamily="2" charset="0"/>
              </a:rPr>
              <a:t> </a:t>
            </a:r>
            <a:r>
              <a:rPr lang="en-US" sz="2000" b="1" dirty="0" err="1" smtClean="0">
                <a:latin typeface="Kruti Dev 010" pitchFamily="2" charset="0"/>
              </a:rPr>
              <a:t>gLrs</a:t>
            </a:r>
            <a:r>
              <a:rPr lang="en-US" sz="2000" b="1" dirty="0" smtClean="0">
                <a:latin typeface="Kruti Dev 010" pitchFamily="2" charset="0"/>
              </a:rPr>
              <a:t> </a:t>
            </a:r>
            <a:r>
              <a:rPr lang="en-US" sz="2000" b="1" dirty="0" err="1" smtClean="0">
                <a:latin typeface="Kruti Dev 010" pitchFamily="2" charset="0"/>
              </a:rPr>
              <a:t>ikfjrks’khd</a:t>
            </a:r>
            <a:r>
              <a:rPr lang="en-US" sz="2000" b="1" dirty="0" smtClean="0">
                <a:latin typeface="Kruti Dev 010" pitchFamily="2" charset="0"/>
              </a:rPr>
              <a:t> ns.;</a:t>
            </a:r>
            <a:r>
              <a:rPr lang="en-US" sz="2000" b="1" dirty="0" err="1" smtClean="0">
                <a:latin typeface="Kruti Dev 010" pitchFamily="2" charset="0"/>
              </a:rPr>
              <a:t>kr</a:t>
            </a:r>
            <a:r>
              <a:rPr lang="en-US" sz="2000" b="1" dirty="0" smtClean="0">
                <a:latin typeface="Kruti Dev 010" pitchFamily="2" charset="0"/>
              </a:rPr>
              <a:t> </a:t>
            </a:r>
            <a:r>
              <a:rPr lang="en-US" sz="2000" b="1" dirty="0" err="1" smtClean="0">
                <a:latin typeface="Kruti Dev 010" pitchFamily="2" charset="0"/>
              </a:rPr>
              <a:t>vkys</a:t>
            </a:r>
            <a:r>
              <a:rPr lang="en-US" sz="2000" b="1" dirty="0" smtClean="0">
                <a:latin typeface="Kruti Dev 010" pitchFamily="2" charset="0"/>
              </a:rPr>
              <a:t> +</a:t>
            </a:r>
            <a:endParaRPr lang="en-IN" sz="2000" b="1" dirty="0">
              <a:latin typeface="Kruti Dev 010" pitchFamily="2" charset="0"/>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5536" y="2571053"/>
            <a:ext cx="2318883" cy="2759729"/>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87824" y="2571053"/>
            <a:ext cx="2880320" cy="2789303"/>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28184" y="2609017"/>
            <a:ext cx="2524507" cy="2776247"/>
          </a:xfrm>
          <a:prstGeom prst="rect">
            <a:avLst/>
          </a:prstGeom>
        </p:spPr>
      </p:pic>
    </p:spTree>
    <p:extLst>
      <p:ext uri="{BB962C8B-B14F-4D97-AF65-F5344CB8AC3E}">
        <p14:creationId xmlns:p14="http://schemas.microsoft.com/office/powerpoint/2010/main" val="2728708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9552" y="908720"/>
            <a:ext cx="7851648" cy="761256"/>
          </a:xfrm>
        </p:spPr>
        <p:txBody>
          <a:bodyPr>
            <a:noAutofit/>
          </a:bodyPr>
          <a:lstStyle/>
          <a:p>
            <a:pPr algn="ctr"/>
            <a:r>
              <a:rPr lang="en-US" sz="5400" dirty="0" err="1" smtClean="0">
                <a:solidFill>
                  <a:srgbClr val="FFFF00"/>
                </a:solidFill>
                <a:latin typeface="Kruti Dev 010" pitchFamily="2" charset="0"/>
              </a:rPr>
              <a:t>LoPNrk</a:t>
            </a:r>
            <a:r>
              <a:rPr lang="en-US" sz="5400" dirty="0" smtClean="0">
                <a:latin typeface="Kruti Dev 010" pitchFamily="2" charset="0"/>
              </a:rPr>
              <a:t> </a:t>
            </a:r>
            <a:r>
              <a:rPr lang="en-US" sz="5400" dirty="0" err="1" smtClean="0">
                <a:solidFill>
                  <a:srgbClr val="FFFF00"/>
                </a:solidFill>
                <a:latin typeface="Kruti Dev 010" pitchFamily="2" charset="0"/>
              </a:rPr>
              <a:t>ia</a:t>
            </a:r>
            <a:r>
              <a:rPr lang="en-US" sz="5400" dirty="0" smtClean="0">
                <a:solidFill>
                  <a:srgbClr val="FFFF00"/>
                </a:solidFill>
                <a:latin typeface="Kruti Dev 010" pitchFamily="2" charset="0"/>
              </a:rPr>
              <a:t>/</a:t>
            </a:r>
            <a:r>
              <a:rPr lang="en-US" sz="5400" dirty="0" err="1" smtClean="0">
                <a:solidFill>
                  <a:srgbClr val="FFFF00"/>
                </a:solidFill>
                <a:latin typeface="Kruti Dev 010" pitchFamily="2" charset="0"/>
              </a:rPr>
              <a:t>kjokMk</a:t>
            </a:r>
            <a:r>
              <a:rPr lang="en-US" sz="5400" dirty="0" smtClean="0">
                <a:solidFill>
                  <a:srgbClr val="FFFF00"/>
                </a:solidFill>
                <a:latin typeface="Kruti Dev 010" pitchFamily="2" charset="0"/>
              </a:rPr>
              <a:t> </a:t>
            </a:r>
            <a:r>
              <a:rPr lang="en-US" sz="5400" dirty="0" err="1" smtClean="0">
                <a:solidFill>
                  <a:srgbClr val="FFFF00"/>
                </a:solidFill>
                <a:latin typeface="Kruti Dev 010" pitchFamily="2" charset="0"/>
              </a:rPr>
              <a:t>midze</a:t>
            </a:r>
            <a:endParaRPr lang="en-IN" sz="5400" dirty="0">
              <a:solidFill>
                <a:srgbClr val="FFFF00"/>
              </a:solidFill>
              <a:latin typeface="Kruti Dev 010" pitchFamily="2" charset="0"/>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16" y="1988840"/>
            <a:ext cx="2939819" cy="2204864"/>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60032" y="2008815"/>
            <a:ext cx="3029904" cy="2184889"/>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5616" y="4437112"/>
            <a:ext cx="2939819" cy="2132856"/>
          </a:xfrm>
          <a:prstGeom prst="rect">
            <a:avLst/>
          </a:prstGeom>
        </p:spPr>
      </p:pic>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60032" y="4437112"/>
            <a:ext cx="3096343" cy="2132856"/>
          </a:xfrm>
          <a:prstGeom prst="rect">
            <a:avLst/>
          </a:prstGeom>
        </p:spPr>
      </p:pic>
    </p:spTree>
    <p:extLst>
      <p:ext uri="{BB962C8B-B14F-4D97-AF65-F5344CB8AC3E}">
        <p14:creationId xmlns:p14="http://schemas.microsoft.com/office/powerpoint/2010/main" val="2601969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1052736"/>
            <a:ext cx="7851648" cy="689248"/>
          </a:xfrm>
        </p:spPr>
        <p:txBody>
          <a:bodyPr>
            <a:normAutofit/>
          </a:bodyPr>
          <a:lstStyle/>
          <a:p>
            <a:pPr algn="ctr"/>
            <a:r>
              <a:rPr lang="en-US" sz="3600" dirty="0" smtClean="0">
                <a:solidFill>
                  <a:srgbClr val="FFFF00"/>
                </a:solidFill>
                <a:latin typeface="Kruti Dev 010" pitchFamily="2" charset="0"/>
              </a:rPr>
              <a:t>Xkf.kr </a:t>
            </a:r>
            <a:r>
              <a:rPr lang="en-US" sz="3600" dirty="0" err="1" smtClean="0">
                <a:solidFill>
                  <a:srgbClr val="FFFF00"/>
                </a:solidFill>
                <a:latin typeface="Kruti Dev 010" pitchFamily="2" charset="0"/>
              </a:rPr>
              <a:t>eaMG</a:t>
            </a:r>
            <a:r>
              <a:rPr lang="en-US" sz="3600" dirty="0" smtClean="0">
                <a:solidFill>
                  <a:srgbClr val="FFFF00"/>
                </a:solidFill>
                <a:latin typeface="Kruti Dev 010" pitchFamily="2" charset="0"/>
              </a:rPr>
              <a:t> </a:t>
            </a:r>
            <a:r>
              <a:rPr lang="en-US" sz="3600" dirty="0" err="1" smtClean="0">
                <a:solidFill>
                  <a:srgbClr val="FFFF00"/>
                </a:solidFill>
                <a:latin typeface="Kruti Dev 010" pitchFamily="2" charset="0"/>
              </a:rPr>
              <a:t>midze</a:t>
            </a:r>
            <a:endParaRPr lang="en-IN" sz="3600" dirty="0">
              <a:solidFill>
                <a:srgbClr val="FFFF00"/>
              </a:solidFill>
              <a:latin typeface="Kruti Dev 010" pitchFamily="2" charset="0"/>
            </a:endParaRPr>
          </a:p>
        </p:txBody>
      </p:sp>
      <p:sp>
        <p:nvSpPr>
          <p:cNvPr id="3" name="Subtitle 2"/>
          <p:cNvSpPr>
            <a:spLocks noGrp="1"/>
          </p:cNvSpPr>
          <p:nvPr>
            <p:ph type="subTitle" idx="1"/>
          </p:nvPr>
        </p:nvSpPr>
        <p:spPr>
          <a:xfrm>
            <a:off x="533400" y="1916832"/>
            <a:ext cx="7854696" cy="4680520"/>
          </a:xfrm>
        </p:spPr>
        <p:txBody>
          <a:bodyPr/>
          <a:lstStyle/>
          <a:p>
            <a:pPr algn="just"/>
            <a:r>
              <a:rPr lang="en-US" sz="1600" dirty="0" smtClean="0"/>
              <a:t>	</a:t>
            </a:r>
            <a:r>
              <a:rPr lang="mr-IN" sz="1600" b="1" dirty="0" smtClean="0"/>
              <a:t>पी</a:t>
            </a:r>
            <a:r>
              <a:rPr lang="mr-IN" sz="1600" b="1" dirty="0"/>
              <a:t>. एम. श्री. सावित्रीबाई फुले उच्च प्राथमिक व माध्यमिक शाळा, मनपा चंद्रपूर येथे विद्यार्थ्यांसाठी गणित मॉडेल प्रदर्शन आयोजित करण्यात आले.या उपक्रमात विद्यार्थ्यांनी भिन्न, टक्केवारी, क्षेत्रफळ व घनफळ यांसारख्या संकल्पनांवर आधारित मॉडेल्स </a:t>
            </a:r>
            <a:r>
              <a:rPr lang="mr-IN" sz="2000" b="1" dirty="0"/>
              <a:t>सादर केले.या प्रदर्शनामुळे </a:t>
            </a:r>
            <a:r>
              <a:rPr lang="mr-IN" sz="1600" b="1" dirty="0"/>
              <a:t>विद्यार्थ्यांची गणिताविषयी रुची वाढली, संकल्पना स्पष्ट झाल्या व आत्मविश्वास वाढला.✍️ अजय माडोत सरमुख्याध्यापक – शिवलाल इरपाते सर</a:t>
            </a:r>
            <a:endParaRPr lang="en-IN" sz="1600" b="1"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0" y="3573016"/>
            <a:ext cx="3635896" cy="2570499"/>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3568" y="3573016"/>
            <a:ext cx="3456384" cy="2570499"/>
          </a:xfrm>
          <a:prstGeom prst="rect">
            <a:avLst/>
          </a:prstGeom>
        </p:spPr>
      </p:pic>
    </p:spTree>
    <p:extLst>
      <p:ext uri="{BB962C8B-B14F-4D97-AF65-F5344CB8AC3E}">
        <p14:creationId xmlns:p14="http://schemas.microsoft.com/office/powerpoint/2010/main" val="33942265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9552" y="1052736"/>
            <a:ext cx="7851648" cy="617240"/>
          </a:xfrm>
        </p:spPr>
        <p:txBody>
          <a:bodyPr>
            <a:normAutofit/>
          </a:bodyPr>
          <a:lstStyle/>
          <a:p>
            <a:pPr algn="ctr"/>
            <a:r>
              <a:rPr lang="en-US" sz="4000" dirty="0" err="1" smtClean="0">
                <a:solidFill>
                  <a:srgbClr val="FFFF00"/>
                </a:solidFill>
                <a:latin typeface="Kruti Dev 010" pitchFamily="2" charset="0"/>
              </a:rPr>
              <a:t>foKku</a:t>
            </a:r>
            <a:r>
              <a:rPr lang="en-US" sz="4000" dirty="0" smtClean="0">
                <a:solidFill>
                  <a:srgbClr val="FFFF00"/>
                </a:solidFill>
                <a:latin typeface="Kruti Dev 010" pitchFamily="2" charset="0"/>
              </a:rPr>
              <a:t> </a:t>
            </a:r>
            <a:r>
              <a:rPr lang="en-US" sz="4000" dirty="0" err="1" smtClean="0">
                <a:solidFill>
                  <a:srgbClr val="FFFF00"/>
                </a:solidFill>
                <a:latin typeface="Kruti Dev 010" pitchFamily="2" charset="0"/>
              </a:rPr>
              <a:t>eaMG</a:t>
            </a:r>
            <a:endParaRPr lang="en-IN" sz="4000" dirty="0">
              <a:solidFill>
                <a:srgbClr val="FFFF00"/>
              </a:solidFill>
              <a:latin typeface="Kruti Dev 010" pitchFamily="2" charset="0"/>
            </a:endParaRPr>
          </a:p>
        </p:txBody>
      </p:sp>
      <p:sp>
        <p:nvSpPr>
          <p:cNvPr id="3" name="Subtitle 2"/>
          <p:cNvSpPr>
            <a:spLocks noGrp="1"/>
          </p:cNvSpPr>
          <p:nvPr>
            <p:ph type="subTitle" idx="1"/>
          </p:nvPr>
        </p:nvSpPr>
        <p:spPr>
          <a:xfrm>
            <a:off x="533400" y="1844824"/>
            <a:ext cx="7854696" cy="4752528"/>
          </a:xfrm>
        </p:spPr>
        <p:txBody>
          <a:bodyPr/>
          <a:lstStyle/>
          <a:p>
            <a:pPr algn="l"/>
            <a:r>
              <a:rPr lang="en-US" dirty="0" smtClean="0">
                <a:latin typeface="Kruti Dev 010" pitchFamily="2" charset="0"/>
              </a:rPr>
              <a:t>	</a:t>
            </a:r>
            <a:r>
              <a:rPr lang="en-US" sz="1800" b="1" dirty="0" err="1" smtClean="0">
                <a:latin typeface="Kruti Dev 010" pitchFamily="2" charset="0"/>
              </a:rPr>
              <a:t>foKku</a:t>
            </a:r>
            <a:r>
              <a:rPr lang="en-US" sz="1800" b="1" dirty="0" smtClean="0">
                <a:latin typeface="Kruti Dev 010" pitchFamily="2" charset="0"/>
              </a:rPr>
              <a:t> </a:t>
            </a:r>
            <a:r>
              <a:rPr lang="en-US" sz="1800" b="1" dirty="0" err="1" smtClean="0">
                <a:latin typeface="Kruti Dev 010" pitchFamily="2" charset="0"/>
              </a:rPr>
              <a:t>eaMGk</a:t>
            </a:r>
            <a:r>
              <a:rPr lang="en-US" sz="1800" b="1" dirty="0" smtClean="0">
                <a:latin typeface="Kruti Dev 010" pitchFamily="2" charset="0"/>
              </a:rPr>
              <a:t> </a:t>
            </a:r>
            <a:r>
              <a:rPr lang="en-US" sz="1800" b="1" dirty="0" err="1" smtClean="0">
                <a:latin typeface="Kruti Dev 010" pitchFamily="2" charset="0"/>
              </a:rPr>
              <a:t>varxZr</a:t>
            </a:r>
            <a:r>
              <a:rPr lang="en-US" sz="1800" b="1" dirty="0" smtClean="0">
                <a:latin typeface="Kruti Dev 010" pitchFamily="2" charset="0"/>
              </a:rPr>
              <a:t> </a:t>
            </a:r>
            <a:r>
              <a:rPr lang="en-US" sz="1800" b="1" dirty="0" err="1" smtClean="0">
                <a:latin typeface="Kruti Dev 010" pitchFamily="2" charset="0"/>
              </a:rPr>
              <a:t>fo|kF;kZps</a:t>
            </a:r>
            <a:r>
              <a:rPr lang="en-US" sz="1800" b="1" dirty="0" smtClean="0">
                <a:latin typeface="Kruti Dev 010" pitchFamily="2" charset="0"/>
              </a:rPr>
              <a:t> </a:t>
            </a:r>
            <a:r>
              <a:rPr lang="en-US" sz="1800" b="1" dirty="0" err="1" smtClean="0">
                <a:latin typeface="Kruti Dev 010" pitchFamily="2" charset="0"/>
              </a:rPr>
              <a:t>foKku</a:t>
            </a:r>
            <a:r>
              <a:rPr lang="en-US" sz="1800" b="1" dirty="0" smtClean="0">
                <a:latin typeface="Kruti Dev 010" pitchFamily="2" charset="0"/>
              </a:rPr>
              <a:t> </a:t>
            </a:r>
            <a:r>
              <a:rPr lang="en-US" sz="1800" b="1" dirty="0" err="1" smtClean="0">
                <a:latin typeface="Kruti Dev 010" pitchFamily="2" charset="0"/>
              </a:rPr>
              <a:t>eaMG</a:t>
            </a:r>
            <a:r>
              <a:rPr lang="en-US" sz="1800" b="1" dirty="0" smtClean="0">
                <a:latin typeface="Kruti Dev 010" pitchFamily="2" charset="0"/>
              </a:rPr>
              <a:t>  </a:t>
            </a:r>
            <a:r>
              <a:rPr lang="en-US" sz="1800" b="1" dirty="0" err="1" smtClean="0">
                <a:latin typeface="Kruti Dev 010" pitchFamily="2" charset="0"/>
              </a:rPr>
              <a:t>r;kj</a:t>
            </a:r>
            <a:r>
              <a:rPr lang="en-US" sz="1800" b="1" dirty="0" smtClean="0">
                <a:latin typeface="Kruti Dev 010" pitchFamily="2" charset="0"/>
              </a:rPr>
              <a:t> </a:t>
            </a:r>
            <a:r>
              <a:rPr lang="en-US" sz="1800" b="1" dirty="0" err="1" smtClean="0">
                <a:latin typeface="Kruti Dev 010" pitchFamily="2" charset="0"/>
              </a:rPr>
              <a:t>d#u</a:t>
            </a:r>
            <a:r>
              <a:rPr lang="en-US" sz="1800" b="1" dirty="0" smtClean="0">
                <a:latin typeface="Kruti Dev 010" pitchFamily="2" charset="0"/>
              </a:rPr>
              <a:t> </a:t>
            </a:r>
            <a:r>
              <a:rPr lang="en-US" sz="1800" b="1" dirty="0" err="1" smtClean="0">
                <a:latin typeface="Kruti Dev 010" pitchFamily="2" charset="0"/>
              </a:rPr>
              <a:t>foKku</a:t>
            </a:r>
            <a:r>
              <a:rPr lang="en-US" sz="1800" b="1" dirty="0" smtClean="0">
                <a:latin typeface="Kruti Dev 010" pitchFamily="2" charset="0"/>
              </a:rPr>
              <a:t> </a:t>
            </a:r>
            <a:r>
              <a:rPr lang="en-US" sz="1800" b="1" dirty="0" err="1" smtClean="0">
                <a:latin typeface="Kruti Dev 010" pitchFamily="2" charset="0"/>
              </a:rPr>
              <a:t>izn”kZukps</a:t>
            </a:r>
            <a:r>
              <a:rPr lang="en-US" sz="1800" b="1" dirty="0" smtClean="0">
                <a:latin typeface="Kruti Dev 010" pitchFamily="2" charset="0"/>
              </a:rPr>
              <a:t> </a:t>
            </a:r>
            <a:r>
              <a:rPr lang="en-US" sz="1800" b="1" dirty="0" err="1" smtClean="0">
                <a:latin typeface="Kruti Dev 010" pitchFamily="2" charset="0"/>
              </a:rPr>
              <a:t>vk;kstu</a:t>
            </a:r>
            <a:r>
              <a:rPr lang="en-US" sz="1800" b="1" dirty="0" smtClean="0">
                <a:latin typeface="Kruti Dev 010" pitchFamily="2" charset="0"/>
              </a:rPr>
              <a:t> </a:t>
            </a:r>
            <a:r>
              <a:rPr lang="en-US" sz="1800" b="1" dirty="0" err="1" smtClean="0">
                <a:latin typeface="Kruti Dev 010" pitchFamily="2" charset="0"/>
              </a:rPr>
              <a:t>d#u</a:t>
            </a:r>
            <a:r>
              <a:rPr lang="en-US" sz="1800" b="1" dirty="0" smtClean="0">
                <a:latin typeface="Kruti Dev 010" pitchFamily="2" charset="0"/>
              </a:rPr>
              <a:t> </a:t>
            </a:r>
            <a:r>
              <a:rPr lang="en-US" sz="1800" b="1" dirty="0" err="1" smtClean="0">
                <a:latin typeface="Kruti Dev 010" pitchFamily="2" charset="0"/>
              </a:rPr>
              <a:t>fotsR;kauk</a:t>
            </a:r>
            <a:r>
              <a:rPr lang="en-US" sz="1800" b="1" dirty="0" smtClean="0">
                <a:latin typeface="Kruti Dev 010" pitchFamily="2" charset="0"/>
              </a:rPr>
              <a:t> </a:t>
            </a:r>
            <a:r>
              <a:rPr lang="en-US" sz="1800" b="1" dirty="0" err="1" smtClean="0">
                <a:latin typeface="Kruti Dev 010" pitchFamily="2" charset="0"/>
              </a:rPr>
              <a:t>cf</a:t>
            </a:r>
            <a:r>
              <a:rPr lang="en-US" sz="1800" b="1" dirty="0" smtClean="0">
                <a:latin typeface="Kruti Dev 010" pitchFamily="2" charset="0"/>
              </a:rPr>
              <a:t>{kl ?</a:t>
            </a:r>
            <a:r>
              <a:rPr lang="en-US" sz="1800" b="1" dirty="0" err="1" smtClean="0">
                <a:latin typeface="Kruti Dev 010" pitchFamily="2" charset="0"/>
              </a:rPr>
              <a:t>ks</a:t>
            </a:r>
            <a:r>
              <a:rPr lang="en-US" sz="1800" b="1" dirty="0" smtClean="0">
                <a:latin typeface="Kruti Dev 010" pitchFamily="2" charset="0"/>
              </a:rPr>
              <a:t>.;</a:t>
            </a:r>
            <a:r>
              <a:rPr lang="en-US" sz="1800" b="1" dirty="0" err="1" smtClean="0">
                <a:latin typeface="Kruti Dev 010" pitchFamily="2" charset="0"/>
              </a:rPr>
              <a:t>kr</a:t>
            </a:r>
            <a:r>
              <a:rPr lang="en-US" sz="1800" b="1" dirty="0" smtClean="0">
                <a:latin typeface="Kruti Dev 010" pitchFamily="2" charset="0"/>
              </a:rPr>
              <a:t> </a:t>
            </a:r>
            <a:r>
              <a:rPr lang="en-US" sz="1800" b="1" dirty="0" err="1" smtClean="0">
                <a:latin typeface="Kruti Dev 010" pitchFamily="2" charset="0"/>
              </a:rPr>
              <a:t>vkys</a:t>
            </a:r>
            <a:r>
              <a:rPr lang="en-US" sz="1800" b="1" dirty="0" smtClean="0">
                <a:latin typeface="Kruti Dev 010" pitchFamily="2" charset="0"/>
              </a:rPr>
              <a:t> +</a:t>
            </a:r>
            <a:endParaRPr lang="en-IN" sz="2800" b="1" dirty="0">
              <a:latin typeface="Kruti Dev 010" pitchFamily="2" charset="0"/>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2535" y="3140968"/>
            <a:ext cx="2665289" cy="2276872"/>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03848" y="3145163"/>
            <a:ext cx="2939819" cy="2204864"/>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72200" y="3145163"/>
            <a:ext cx="2627784" cy="2204864"/>
          </a:xfrm>
          <a:prstGeom prst="rect">
            <a:avLst/>
          </a:prstGeom>
        </p:spPr>
      </p:pic>
    </p:spTree>
    <p:extLst>
      <p:ext uri="{BB962C8B-B14F-4D97-AF65-F5344CB8AC3E}">
        <p14:creationId xmlns:p14="http://schemas.microsoft.com/office/powerpoint/2010/main" val="41236162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699792" y="1052736"/>
            <a:ext cx="3456384" cy="2520280"/>
          </a:xfrm>
          <a:prstGeom prst="rect">
            <a:avLst/>
          </a:prstGeom>
          <a:blipFill dpi="0" rotWithShape="1">
            <a:blip r:embed="rId2" cstate="print">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Subtitle 4"/>
          <p:cNvSpPr>
            <a:spLocks noGrp="1"/>
          </p:cNvSpPr>
          <p:nvPr>
            <p:ph type="subTitle" idx="1"/>
          </p:nvPr>
        </p:nvSpPr>
        <p:spPr>
          <a:xfrm>
            <a:off x="533400" y="3645024"/>
            <a:ext cx="7783016" cy="3096344"/>
          </a:xfrm>
        </p:spPr>
        <p:txBody>
          <a:bodyPr/>
          <a:lstStyle/>
          <a:p>
            <a:pPr algn="just"/>
            <a:r>
              <a:rPr lang="en-IN" sz="2400" dirty="0" smtClean="0"/>
              <a:t>	</a:t>
            </a:r>
            <a:r>
              <a:rPr lang="mr-IN" sz="2000" dirty="0" smtClean="0"/>
              <a:t>सहलीचे </a:t>
            </a:r>
            <a:r>
              <a:rPr lang="mr-IN" sz="2000" dirty="0"/>
              <a:t>आयोजन करण्यात आले होते. या सहलीमध्ये विद्यार्थ्यांनी उत्साहाने सहभाग घेतला. सहलीचा मुख्य उद्देश विद्यार्थ्यांना प्रत्यक्ष अनुभवातून ज्ञान मिळावे, त्यांच्यामध्ये निरीक्षणशक्ती वाढावी आणि ऐतिहासिक, भौगोलिक व वैज्ञानिक माहिती मिळावी हा </a:t>
            </a:r>
            <a:r>
              <a:rPr lang="mr-IN" sz="2000" dirty="0" smtClean="0"/>
              <a:t>होता</a:t>
            </a:r>
            <a:endParaRPr lang="en-IN" sz="2000" dirty="0" smtClean="0"/>
          </a:p>
          <a:p>
            <a:pPr algn="just"/>
            <a:r>
              <a:rPr lang="en-IN" sz="2000" dirty="0" smtClean="0"/>
              <a:t>	</a:t>
            </a:r>
            <a:r>
              <a:rPr lang="mr-IN" sz="2000" dirty="0" smtClean="0"/>
              <a:t>संपूर्ण </a:t>
            </a:r>
            <a:r>
              <a:rPr lang="mr-IN" sz="2000" dirty="0"/>
              <a:t>सहल आनंददायी, शिस्तबद्ध व ज्ञानवर्धक झाली. या सहलीच्या यशस्वितेसाठी मुख्याध्यापक, शिक्षकवृंद आणि सहभागी विद्यार्थ्यांचे सहकार्य लाभले..</a:t>
            </a:r>
            <a:endParaRPr lang="en-IN" sz="2000" dirty="0"/>
          </a:p>
        </p:txBody>
      </p:sp>
      <p:sp>
        <p:nvSpPr>
          <p:cNvPr id="6" name="Rectangle 5"/>
          <p:cNvSpPr/>
          <p:nvPr/>
        </p:nvSpPr>
        <p:spPr>
          <a:xfrm>
            <a:off x="1907704" y="404664"/>
            <a:ext cx="4572000" cy="584775"/>
          </a:xfrm>
          <a:prstGeom prst="rect">
            <a:avLst/>
          </a:prstGeom>
        </p:spPr>
        <p:txBody>
          <a:bodyPr>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algn="ctr"/>
            <a:r>
              <a:rPr lang="en-IN" sz="3200" b="1" dirty="0" smtClean="0">
                <a:ln/>
                <a:solidFill>
                  <a:schemeClr val="accent3"/>
                </a:solidFill>
                <a:latin typeface="Kruti Dev 010" pitchFamily="2" charset="0"/>
              </a:rPr>
              <a:t>“</a:t>
            </a:r>
            <a:r>
              <a:rPr lang="en-IN" sz="3200" b="1" dirty="0" err="1" smtClean="0">
                <a:ln/>
                <a:solidFill>
                  <a:schemeClr val="accent3"/>
                </a:solidFill>
                <a:latin typeface="Kruti Dev 010" pitchFamily="2" charset="0"/>
              </a:rPr>
              <a:t>kS</a:t>
            </a:r>
            <a:r>
              <a:rPr lang="en-IN" sz="3200" b="1" dirty="0" smtClean="0">
                <a:ln/>
                <a:solidFill>
                  <a:schemeClr val="accent3"/>
                </a:solidFill>
                <a:latin typeface="Kruti Dev 010" pitchFamily="2" charset="0"/>
              </a:rPr>
              <a:t>{</a:t>
            </a:r>
            <a:r>
              <a:rPr lang="en-IN" sz="3200" b="1" dirty="0" err="1" smtClean="0">
                <a:ln/>
                <a:solidFill>
                  <a:schemeClr val="accent3"/>
                </a:solidFill>
                <a:latin typeface="Kruti Dev 010" pitchFamily="2" charset="0"/>
              </a:rPr>
              <a:t>kf.kd</a:t>
            </a:r>
            <a:r>
              <a:rPr lang="en-IN" sz="3200" b="1" dirty="0" smtClean="0">
                <a:ln/>
                <a:solidFill>
                  <a:schemeClr val="accent3"/>
                </a:solidFill>
                <a:latin typeface="Kruti Dev 010" pitchFamily="2" charset="0"/>
              </a:rPr>
              <a:t> </a:t>
            </a:r>
            <a:r>
              <a:rPr lang="en-IN" sz="3200" b="1" dirty="0" err="1" smtClean="0">
                <a:ln/>
                <a:solidFill>
                  <a:schemeClr val="accent3"/>
                </a:solidFill>
                <a:latin typeface="Kruti Dev 010" pitchFamily="2" charset="0"/>
              </a:rPr>
              <a:t>lgy</a:t>
            </a:r>
            <a:endParaRPr lang="en-IN" sz="2400" b="1" dirty="0">
              <a:ln/>
              <a:solidFill>
                <a:schemeClr val="accent3"/>
              </a:solidFill>
              <a:latin typeface="Kruti Dev 010" pitchFamily="2" charset="0"/>
            </a:endParaRPr>
          </a:p>
        </p:txBody>
      </p:sp>
    </p:spTree>
    <p:extLst>
      <p:ext uri="{BB962C8B-B14F-4D97-AF65-F5344CB8AC3E}">
        <p14:creationId xmlns:p14="http://schemas.microsoft.com/office/powerpoint/2010/main" val="41740928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7118" y="1700808"/>
            <a:ext cx="3240360" cy="1944216"/>
          </a:xfrm>
          <a:prstGeom prst="rect">
            <a:avLst/>
          </a:prstGeom>
          <a:blipFill dpi="0" rotWithShape="1">
            <a:blip r:embed="rId2" cstate="print">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a:off x="4932040" y="1700808"/>
            <a:ext cx="3168352" cy="1944216"/>
          </a:xfrm>
          <a:prstGeom prst="rect">
            <a:avLst/>
          </a:prstGeom>
          <a:blipFill dpi="0" rotWithShape="1">
            <a:blip r:embed="rId3" cstate="print">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p:cNvSpPr/>
          <p:nvPr/>
        </p:nvSpPr>
        <p:spPr>
          <a:xfrm>
            <a:off x="767118" y="3861048"/>
            <a:ext cx="3240360" cy="2016224"/>
          </a:xfrm>
          <a:prstGeom prst="rect">
            <a:avLst/>
          </a:prstGeom>
          <a:blipFill dpi="0" rotWithShape="1">
            <a:blip r:embed="rId4" cstate="print">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p:nvSpPr>
        <p:spPr>
          <a:xfrm>
            <a:off x="4932040" y="3861048"/>
            <a:ext cx="3096344" cy="2008294"/>
          </a:xfrm>
          <a:prstGeom prst="rect">
            <a:avLst/>
          </a:prstGeom>
          <a:blipFill dpi="0" rotWithShape="1">
            <a:blip r:embed="rId5" cstate="print">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2123728" y="764704"/>
            <a:ext cx="4572000" cy="523220"/>
          </a:xfrm>
          <a:prstGeom prst="rect">
            <a:avLst/>
          </a:prstGeom>
        </p:spPr>
        <p:txBody>
          <a:bodyPr>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algn="ctr"/>
            <a:r>
              <a:rPr lang="en-IN" sz="2800" b="1" dirty="0" smtClean="0">
                <a:ln/>
                <a:solidFill>
                  <a:schemeClr val="accent3"/>
                </a:solidFill>
                <a:latin typeface="Kruti Dev 010" pitchFamily="2" charset="0"/>
              </a:rPr>
              <a:t>“</a:t>
            </a:r>
            <a:r>
              <a:rPr lang="en-IN" sz="2800" b="1" dirty="0" err="1" smtClean="0">
                <a:ln/>
                <a:solidFill>
                  <a:schemeClr val="accent3"/>
                </a:solidFill>
                <a:latin typeface="Kruti Dev 010" pitchFamily="2" charset="0"/>
              </a:rPr>
              <a:t>kS</a:t>
            </a:r>
            <a:r>
              <a:rPr lang="en-IN" sz="2800" b="1" dirty="0" smtClean="0">
                <a:ln/>
                <a:solidFill>
                  <a:schemeClr val="accent3"/>
                </a:solidFill>
                <a:latin typeface="Kruti Dev 010" pitchFamily="2" charset="0"/>
              </a:rPr>
              <a:t>{</a:t>
            </a:r>
            <a:r>
              <a:rPr lang="en-IN" sz="2800" b="1" dirty="0" err="1" smtClean="0">
                <a:ln/>
                <a:solidFill>
                  <a:schemeClr val="accent3"/>
                </a:solidFill>
                <a:latin typeface="Kruti Dev 010" pitchFamily="2" charset="0"/>
              </a:rPr>
              <a:t>kf.kd</a:t>
            </a:r>
            <a:r>
              <a:rPr lang="en-IN" sz="2800" b="1" dirty="0" smtClean="0">
                <a:ln/>
                <a:solidFill>
                  <a:schemeClr val="accent3"/>
                </a:solidFill>
                <a:latin typeface="Kruti Dev 010" pitchFamily="2" charset="0"/>
              </a:rPr>
              <a:t> </a:t>
            </a:r>
            <a:r>
              <a:rPr lang="en-IN" sz="2800" b="1" dirty="0" err="1" smtClean="0">
                <a:ln/>
                <a:solidFill>
                  <a:schemeClr val="accent3"/>
                </a:solidFill>
                <a:latin typeface="Kruti Dev 010" pitchFamily="2" charset="0"/>
              </a:rPr>
              <a:t>lgy</a:t>
            </a:r>
            <a:r>
              <a:rPr lang="en-IN" sz="2800" b="1" dirty="0" smtClean="0">
                <a:ln/>
                <a:solidFill>
                  <a:schemeClr val="accent3"/>
                </a:solidFill>
                <a:latin typeface="Kruti Dev 010" pitchFamily="2" charset="0"/>
              </a:rPr>
              <a:t> </a:t>
            </a:r>
            <a:r>
              <a:rPr lang="en-IN" sz="2800" b="1" dirty="0" err="1" smtClean="0">
                <a:ln/>
                <a:solidFill>
                  <a:schemeClr val="accent3"/>
                </a:solidFill>
                <a:latin typeface="Kruti Dev 010" pitchFamily="2" charset="0"/>
              </a:rPr>
              <a:t>gSnzkckn</a:t>
            </a:r>
            <a:endParaRPr lang="en-IN" sz="2800" b="1" dirty="0">
              <a:ln/>
              <a:solidFill>
                <a:schemeClr val="accent3"/>
              </a:solidFill>
              <a:latin typeface="Kruti Dev 010" pitchFamily="2" charset="0"/>
            </a:endParaRPr>
          </a:p>
        </p:txBody>
      </p:sp>
    </p:spTree>
    <p:extLst>
      <p:ext uri="{BB962C8B-B14F-4D97-AF65-F5344CB8AC3E}">
        <p14:creationId xmlns:p14="http://schemas.microsoft.com/office/powerpoint/2010/main" val="7734922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187624" y="1340768"/>
            <a:ext cx="7056783" cy="4093428"/>
          </a:xfrm>
          <a:prstGeom prst="rect">
            <a:avLst/>
          </a:prstGeom>
        </p:spPr>
        <p:txBody>
          <a:bodyPr wrap="square">
            <a:spAutoFit/>
          </a:bodyPr>
          <a:lstStyle/>
          <a:p>
            <a:pPr algn="just"/>
            <a:r>
              <a:rPr lang="en-IN" dirty="0" smtClean="0"/>
              <a:t>	</a:t>
            </a:r>
            <a:r>
              <a:rPr lang="mr-IN" sz="2000" b="1" i="1" dirty="0" smtClean="0"/>
              <a:t>हैदराबाद </a:t>
            </a:r>
            <a:r>
              <a:rPr lang="mr-IN" sz="2000" b="1" i="1" dirty="0"/>
              <a:t>येथे शैक्षणिक सहलीचे आयोजन करण्यात आले होते. या सहलीमध्ये विद्यार्थ्यांनी उत्साहाने सहभाग घेतला. सहलीचा मुख्य उद्देश विद्यार्थ्यांना प्रत्यक्ष अनुभवातून ज्ञान मिळावे, त्यांच्यामध्ये निरीक्षणशक्ती वाढावी आणि ऐतिहासिक, भौगोलिक व वैज्ञानिक माहिती मिळावी हा होता.सहलीदरम्यान विद्यार्थ्यांनी चारमिनार, गोलकोंडा किल्ला, सालारजंग संग्रहालय, हुसेनसागर तलाव आणि बिर्ला मंदिर या ठिकाणांना भेट दिली. चारमिनार व गोलकोंडा किल्ल्याचा ऐतिहासिक वारसा, सालारजंग संग्रहालयातील विविध वस्तू आणि हुसेनसागर तलावाचे सौंदर्य यांची माहिती शिक्षकांनी विद्यार्थ्यांना समजावून सांगितली. विद्यार्थ्यांनी विविध ऐतिहासिक वास्तू, संग्रहालयातील वस्तू आणि परिसराचे निरीक्षण केले व नवीन माहिती जाणून घेतली. या सहलीमुळे विद्यार्थ्यांना पुस्तकी ज्ञानाबरोबरच प्रत्यक्ष अनुभवातून शिकण्याची संधी मिळाली</a:t>
            </a:r>
            <a:endParaRPr lang="en-IN" sz="2000" b="1" i="1" dirty="0"/>
          </a:p>
        </p:txBody>
      </p:sp>
    </p:spTree>
    <p:extLst>
      <p:ext uri="{BB962C8B-B14F-4D97-AF65-F5344CB8AC3E}">
        <p14:creationId xmlns:p14="http://schemas.microsoft.com/office/powerpoint/2010/main" val="2251365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371600"/>
            <a:ext cx="7851648" cy="3065512"/>
          </a:xfrm>
        </p:spPr>
        <p:txBody>
          <a:bodyPr>
            <a:normAutofit/>
          </a:bodyPr>
          <a:lstStyle/>
          <a:p>
            <a:pPr algn="ctr"/>
            <a:r>
              <a:rPr lang="en-US" sz="9600" dirty="0" smtClean="0">
                <a:solidFill>
                  <a:srgbClr val="FFFF00"/>
                </a:solidFill>
                <a:latin typeface="Kruti Dev 010" pitchFamily="2" charset="0"/>
              </a:rPr>
              <a:t>/</a:t>
            </a:r>
            <a:r>
              <a:rPr lang="en-US" sz="9600" dirty="0" err="1" smtClean="0">
                <a:solidFill>
                  <a:srgbClr val="FFFF00"/>
                </a:solidFill>
                <a:latin typeface="Kruti Dev 010" pitchFamily="2" charset="0"/>
              </a:rPr>
              <a:t>kU;okn</a:t>
            </a:r>
            <a:endParaRPr lang="en-IN" sz="9600" dirty="0">
              <a:solidFill>
                <a:srgbClr val="FFFF00"/>
              </a:solidFill>
              <a:latin typeface="Kruti Dev 010" pitchFamily="2" charset="0"/>
            </a:endParaRPr>
          </a:p>
        </p:txBody>
      </p:sp>
    </p:spTree>
    <p:extLst>
      <p:ext uri="{BB962C8B-B14F-4D97-AF65-F5344CB8AC3E}">
        <p14:creationId xmlns:p14="http://schemas.microsoft.com/office/powerpoint/2010/main" val="27562705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Apothecary">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TotalTime>
  <Words>211</Words>
  <Application>Microsoft Office PowerPoint</Application>
  <PresentationFormat>On-screen Show (4:3)</PresentationFormat>
  <Paragraphs>43</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Flow</vt:lpstr>
      <vt:lpstr>Ikh + ,e + Jh + lkfo=hckbZ Qqys gk;Ldqy euik ] panziwj</vt:lpstr>
      <vt:lpstr>midzekps uko %&amp;     </vt:lpstr>
      <vt:lpstr>1 +Rakck[kqeqDr “kkGk</vt:lpstr>
      <vt:lpstr>rack[kqeqDr varxZr fofo/k midze </vt:lpstr>
      <vt:lpstr>2 + i;kZoj.k fo’k;koj ekXkZn”kZu</vt:lpstr>
      <vt:lpstr>PowerPoint Presentation</vt:lpstr>
      <vt:lpstr>पी.एम श्री सावित्रीबाई फुले उच्च प्राथमिक व माध्यमिक विद्यालय, मनपा बाबूपेठ येथे विद्यार्थ्यांसाठी प्रेरणादायी “राष्ट्रीय व्याख्यानमाला” उत्साहात संपन्न</vt:lpstr>
      <vt:lpstr>PowerPoint Presentation</vt:lpstr>
      <vt:lpstr>vkarjjk’Vzh; Lrjkojhy iz[;kr rKkaps izsj.kknk;h ekXkZn”kZu O;DrheRo fodkl o djhvj ekXkZn”kZu fMthVy f”k{k.k </vt:lpstr>
      <vt:lpstr>fHkari= r#.k laikfndk fo|kFkhZ ys[kd eaMG</vt:lpstr>
      <vt:lpstr>fo”ks’k xjtk vl.kkj;k fo|kFkhZ.kh </vt:lpstr>
      <vt:lpstr>bdks Dyc mn~?kkVu lksgGk o o`{kkjksiu dk;Zdze</vt:lpstr>
      <vt:lpstr>bdks Dyc varxZr fuca/k o fp=dyk Li/kkZ o cf{kl forj.k</vt:lpstr>
      <vt:lpstr>LoPNrk ia/kjokMk midze</vt:lpstr>
      <vt:lpstr>Xkf.kr eaMG midze</vt:lpstr>
      <vt:lpstr>foKku eaMG</vt:lpstr>
      <vt:lpstr>PowerPoint Presentation</vt:lpstr>
      <vt:lpstr>PowerPoint Presentation</vt:lpstr>
      <vt:lpstr>PowerPoint Presentation</vt:lpstr>
      <vt:lpstr>/kU;okn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Ikh + ,e + Jh + lkfo=hckbZ Qqys gk;Ldqy euik ] panziwj</dc:title>
  <dc:creator>SFHS</dc:creator>
  <cp:lastModifiedBy>SFHS</cp:lastModifiedBy>
  <cp:revision>30</cp:revision>
  <cp:lastPrinted>2026-04-09T05:42:12Z</cp:lastPrinted>
  <dcterms:created xsi:type="dcterms:W3CDTF">2026-04-09T02:21:50Z</dcterms:created>
  <dcterms:modified xsi:type="dcterms:W3CDTF">2026-10-26T06:54:04Z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1033-12.2.0.23196</vt:lpwstr>
  </property>
  <property fmtid="{D5CDD505-2E9C-101B-9397-08002B2CF9AE}" pid="3" name="ICV">
    <vt:lpwstr>1EB328C2522747F58F66AFDC06D8FD1B_12</vt:lpwstr>
  </property>
</Properties>
</file>